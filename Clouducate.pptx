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56" r:id="rId5"/>
    <p:sldId id="351" r:id="rId6"/>
    <p:sldId id="328" r:id="rId7"/>
    <p:sldId id="309" r:id="rId8"/>
    <p:sldId id="269" r:id="rId9"/>
    <p:sldId id="348" r:id="rId10"/>
    <p:sldId id="345" r:id="rId11"/>
    <p:sldId id="346" r:id="rId12"/>
    <p:sldId id="349" r:id="rId13"/>
    <p:sldId id="350" r:id="rId14"/>
    <p:sldId id="267" r:id="rId15"/>
    <p:sldId id="339" r:id="rId16"/>
    <p:sldId id="342" r:id="rId17"/>
    <p:sldId id="354" r:id="rId18"/>
    <p:sldId id="356" r:id="rId19"/>
    <p:sldId id="355" r:id="rId20"/>
    <p:sldId id="343" r:id="rId21"/>
    <p:sldId id="353" r:id="rId22"/>
    <p:sldId id="344" r:id="rId23"/>
    <p:sldId id="352" r:id="rId24"/>
    <p:sldId id="340" r:id="rId25"/>
    <p:sldId id="34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86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15F000-BDA2-4E15-BD78-D8A5368D5309}" v="201" dt="2025-12-06T23:35:30.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58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rt Monfort" userId="13a84aff-5f69-46e2-abae-0f1336404e4a" providerId="ADAL" clId="{B413047E-662A-40E4-887A-3CE94511BB79}"/>
    <pc:docChg chg="modSld">
      <pc:chgData name="Norbert Monfort" userId="13a84aff-5f69-46e2-abae-0f1336404e4a" providerId="ADAL" clId="{B413047E-662A-40E4-887A-3CE94511BB79}" dt="2020-11-01T15:53:45.793" v="2" actId="20577"/>
      <pc:docMkLst>
        <pc:docMk/>
      </pc:docMkLst>
      <pc:sldChg chg="modSp mod">
        <pc:chgData name="Norbert Monfort" userId="13a84aff-5f69-46e2-abae-0f1336404e4a" providerId="ADAL" clId="{B413047E-662A-40E4-887A-3CE94511BB79}" dt="2020-11-01T15:53:45.793" v="2" actId="20577"/>
        <pc:sldMkLst>
          <pc:docMk/>
          <pc:sldMk cId="776351724" sldId="339"/>
        </pc:sldMkLst>
      </pc:sldChg>
    </pc:docChg>
  </pc:docChgLst>
  <pc:docChgLst>
    <pc:chgData name="Norbert Monfort" userId="13a84aff-5f69-46e2-abae-0f1336404e4a" providerId="ADAL" clId="{E8AF6675-8685-4BF4-8E87-34425D2F785D}"/>
    <pc:docChg chg="custSel delSld modSld">
      <pc:chgData name="Norbert Monfort" userId="13a84aff-5f69-46e2-abae-0f1336404e4a" providerId="ADAL" clId="{E8AF6675-8685-4BF4-8E87-34425D2F785D}" dt="2020-08-11T02:30:31.866" v="950" actId="2696"/>
      <pc:docMkLst>
        <pc:docMk/>
      </pc:docMkLst>
      <pc:sldChg chg="modSp">
        <pc:chgData name="Norbert Monfort" userId="13a84aff-5f69-46e2-abae-0f1336404e4a" providerId="ADAL" clId="{E8AF6675-8685-4BF4-8E87-34425D2F785D}" dt="2020-08-11T02:12:07.618" v="58" actId="6549"/>
        <pc:sldMkLst>
          <pc:docMk/>
          <pc:sldMk cId="1634571853" sldId="308"/>
        </pc:sldMkLst>
      </pc:sldChg>
      <pc:sldChg chg="modSp">
        <pc:chgData name="Norbert Monfort" userId="13a84aff-5f69-46e2-abae-0f1336404e4a" providerId="ADAL" clId="{E8AF6675-8685-4BF4-8E87-34425D2F785D}" dt="2020-08-11T02:24:59.507" v="949" actId="6549"/>
        <pc:sldMkLst>
          <pc:docMk/>
          <pc:sldMk cId="3197740682" sldId="310"/>
        </pc:sldMkLst>
      </pc:sldChg>
      <pc:sldChg chg="del">
        <pc:chgData name="Norbert Monfort" userId="13a84aff-5f69-46e2-abae-0f1336404e4a" providerId="ADAL" clId="{E8AF6675-8685-4BF4-8E87-34425D2F785D}" dt="2020-08-11T02:30:31.866" v="950" actId="2696"/>
        <pc:sldMkLst>
          <pc:docMk/>
          <pc:sldMk cId="4150918201" sldId="316"/>
        </pc:sldMkLst>
      </pc:sldChg>
    </pc:docChg>
  </pc:docChgLst>
  <pc:docChgLst>
    <pc:chgData name="Norbert Monfort" userId="13a84aff-5f69-46e2-abae-0f1336404e4a" providerId="ADAL" clId="{E785D471-0176-470F-B03E-A8C7225696B2}"/>
    <pc:docChg chg="undo modSld">
      <pc:chgData name="Norbert Monfort" userId="13a84aff-5f69-46e2-abae-0f1336404e4a" providerId="ADAL" clId="{E785D471-0176-470F-B03E-A8C7225696B2}" dt="2020-09-02T03:12:34.884" v="2" actId="2085"/>
      <pc:docMkLst>
        <pc:docMk/>
      </pc:docMkLst>
      <pc:sldChg chg="modSp">
        <pc:chgData name="Norbert Monfort" userId="13a84aff-5f69-46e2-abae-0f1336404e4a" providerId="ADAL" clId="{E785D471-0176-470F-B03E-A8C7225696B2}" dt="2020-09-02T03:03:15.871" v="0" actId="20577"/>
        <pc:sldMkLst>
          <pc:docMk/>
          <pc:sldMk cId="4198869780" sldId="309"/>
        </pc:sldMkLst>
      </pc:sldChg>
      <pc:sldChg chg="modSp">
        <pc:chgData name="Norbert Monfort" userId="13a84aff-5f69-46e2-abae-0f1336404e4a" providerId="ADAL" clId="{E785D471-0176-470F-B03E-A8C7225696B2}" dt="2020-09-02T03:12:34.884" v="2" actId="2085"/>
        <pc:sldMkLst>
          <pc:docMk/>
          <pc:sldMk cId="1945671558" sldId="329"/>
        </pc:sldMkLst>
      </pc:sldChg>
    </pc:docChg>
  </pc:docChgLst>
  <pc:docChgLst>
    <pc:chgData name="Norbert Monfort" userId="13a84aff-5f69-46e2-abae-0f1336404e4a" providerId="ADAL" clId="{1B02E0D8-68C5-45DF-A723-0DB361BCCE83}"/>
    <pc:docChg chg="addSld delSld modSld">
      <pc:chgData name="Norbert Monfort" userId="13a84aff-5f69-46e2-abae-0f1336404e4a" providerId="ADAL" clId="{1B02E0D8-68C5-45DF-A723-0DB361BCCE83}" dt="2020-03-26T18:18:20.393" v="161" actId="1037"/>
      <pc:docMkLst>
        <pc:docMk/>
      </pc:docMkLst>
      <pc:sldChg chg="add">
        <pc:chgData name="Norbert Monfort" userId="13a84aff-5f69-46e2-abae-0f1336404e4a" providerId="ADAL" clId="{1B02E0D8-68C5-45DF-A723-0DB361BCCE83}" dt="2020-03-26T18:17:29.487" v="155"/>
        <pc:sldMkLst>
          <pc:docMk/>
          <pc:sldMk cId="212225545" sldId="337"/>
        </pc:sldMkLst>
      </pc:sldChg>
      <pc:sldChg chg="addSp modSp add del">
        <pc:chgData name="Norbert Monfort" userId="13a84aff-5f69-46e2-abae-0f1336404e4a" providerId="ADAL" clId="{1B02E0D8-68C5-45DF-A723-0DB361BCCE83}" dt="2020-03-26T18:17:23.094" v="153" actId="2696"/>
        <pc:sldMkLst>
          <pc:docMk/>
          <pc:sldMk cId="1091310859" sldId="337"/>
        </pc:sldMkLst>
      </pc:sldChg>
      <pc:sldChg chg="addSp modSp add del">
        <pc:chgData name="Norbert Monfort" userId="13a84aff-5f69-46e2-abae-0f1336404e4a" providerId="ADAL" clId="{1B02E0D8-68C5-45DF-A723-0DB361BCCE83}" dt="2020-03-26T18:17:25.907" v="154" actId="2696"/>
        <pc:sldMkLst>
          <pc:docMk/>
          <pc:sldMk cId="508208408" sldId="338"/>
        </pc:sldMkLst>
      </pc:sldChg>
      <pc:sldChg chg="modSp add">
        <pc:chgData name="Norbert Monfort" userId="13a84aff-5f69-46e2-abae-0f1336404e4a" providerId="ADAL" clId="{1B02E0D8-68C5-45DF-A723-0DB361BCCE83}" dt="2020-03-26T18:18:20.393" v="161" actId="1037"/>
        <pc:sldMkLst>
          <pc:docMk/>
          <pc:sldMk cId="2599709781" sldId="338"/>
        </pc:sldMkLst>
      </pc:sldChg>
    </pc:docChg>
  </pc:docChgLst>
  <pc:docChgLst>
    <pc:chgData name="Norbert Monfort" userId="313eecee9035a064" providerId="LiveId" clId="{EF14E3F2-EDDA-4466-A1E5-8204D30344E0}"/>
    <pc:docChg chg="undo custSel addSld delSld modSld sldOrd">
      <pc:chgData name="Norbert Monfort" userId="313eecee9035a064" providerId="LiveId" clId="{EF14E3F2-EDDA-4466-A1E5-8204D30344E0}" dt="2025-12-07T19:10:00.634" v="6650" actId="20577"/>
      <pc:docMkLst>
        <pc:docMk/>
      </pc:docMkLst>
      <pc:sldChg chg="delSp modSp mod">
        <pc:chgData name="Norbert Monfort" userId="313eecee9035a064" providerId="LiveId" clId="{EF14E3F2-EDDA-4466-A1E5-8204D30344E0}" dt="2025-12-06T21:57:41.251" v="2296" actId="27636"/>
        <pc:sldMkLst>
          <pc:docMk/>
          <pc:sldMk cId="2979180865" sldId="267"/>
        </pc:sldMkLst>
        <pc:spChg chg="mod">
          <ac:chgData name="Norbert Monfort" userId="313eecee9035a064" providerId="LiveId" clId="{EF14E3F2-EDDA-4466-A1E5-8204D30344E0}" dt="2025-12-06T21:57:41.251" v="2296" actId="27636"/>
          <ac:spMkLst>
            <pc:docMk/>
            <pc:sldMk cId="2979180865" sldId="267"/>
            <ac:spMk id="2" creationId="{00000000-0000-0000-0000-000000000000}"/>
          </ac:spMkLst>
        </pc:spChg>
        <pc:spChg chg="mod">
          <ac:chgData name="Norbert Monfort" userId="313eecee9035a064" providerId="LiveId" clId="{EF14E3F2-EDDA-4466-A1E5-8204D30344E0}" dt="2025-12-06T21:57:26.925" v="2294" actId="20577"/>
          <ac:spMkLst>
            <pc:docMk/>
            <pc:sldMk cId="2979180865" sldId="267"/>
            <ac:spMk id="9" creationId="{C3165D6F-5F1D-44FB-A3E2-E4760250C566}"/>
          </ac:spMkLst>
        </pc:spChg>
        <pc:spChg chg="mod">
          <ac:chgData name="Norbert Monfort" userId="313eecee9035a064" providerId="LiveId" clId="{EF14E3F2-EDDA-4466-A1E5-8204D30344E0}" dt="2025-12-06T21:56:23.259" v="2170" actId="14100"/>
          <ac:spMkLst>
            <pc:docMk/>
            <pc:sldMk cId="2979180865" sldId="267"/>
            <ac:spMk id="10" creationId="{F10A640E-5575-459C-9E31-002F54431022}"/>
          </ac:spMkLst>
        </pc:spChg>
        <pc:spChg chg="mod">
          <ac:chgData name="Norbert Monfort" userId="313eecee9035a064" providerId="LiveId" clId="{EF14E3F2-EDDA-4466-A1E5-8204D30344E0}" dt="2025-12-06T21:56:38.845" v="2240" actId="1038"/>
          <ac:spMkLst>
            <pc:docMk/>
            <pc:sldMk cId="2979180865" sldId="267"/>
            <ac:spMk id="11" creationId="{4D142101-673F-41BD-8B10-27949EF469C8}"/>
          </ac:spMkLst>
        </pc:spChg>
        <pc:spChg chg="mod">
          <ac:chgData name="Norbert Monfort" userId="313eecee9035a064" providerId="LiveId" clId="{EF14E3F2-EDDA-4466-A1E5-8204D30344E0}" dt="2025-12-06T21:56:38.845" v="2240" actId="1038"/>
          <ac:spMkLst>
            <pc:docMk/>
            <pc:sldMk cId="2979180865" sldId="267"/>
            <ac:spMk id="19" creationId="{0A9553A2-22FF-4033-B447-775B42BD8AE4}"/>
          </ac:spMkLst>
        </pc:spChg>
        <pc:spChg chg="del">
          <ac:chgData name="Norbert Monfort" userId="313eecee9035a064" providerId="LiveId" clId="{EF14E3F2-EDDA-4466-A1E5-8204D30344E0}" dt="2025-12-06T21:54:42.645" v="2074" actId="478"/>
          <ac:spMkLst>
            <pc:docMk/>
            <pc:sldMk cId="2979180865" sldId="267"/>
            <ac:spMk id="24" creationId="{C811A601-4FA8-4FD8-A365-FCFE2976D9A7}"/>
          </ac:spMkLst>
        </pc:spChg>
        <pc:spChg chg="del">
          <ac:chgData name="Norbert Monfort" userId="313eecee9035a064" providerId="LiveId" clId="{EF14E3F2-EDDA-4466-A1E5-8204D30344E0}" dt="2025-12-06T21:51:50.529" v="1882" actId="478"/>
          <ac:spMkLst>
            <pc:docMk/>
            <pc:sldMk cId="2979180865" sldId="267"/>
            <ac:spMk id="31" creationId="{23B39971-3A38-48FF-ABF9-2ABCB5C782B2}"/>
          </ac:spMkLst>
        </pc:spChg>
        <pc:spChg chg="mod">
          <ac:chgData name="Norbert Monfort" userId="313eecee9035a064" providerId="LiveId" clId="{EF14E3F2-EDDA-4466-A1E5-8204D30344E0}" dt="2025-12-06T21:56:09.032" v="2164" actId="1036"/>
          <ac:spMkLst>
            <pc:docMk/>
            <pc:sldMk cId="2979180865" sldId="267"/>
            <ac:spMk id="34" creationId="{4282C7A9-7730-4F87-A0E7-A16D2BC4C4AB}"/>
          </ac:spMkLst>
        </pc:spChg>
        <pc:spChg chg="mod">
          <ac:chgData name="Norbert Monfort" userId="313eecee9035a064" providerId="LiveId" clId="{EF14E3F2-EDDA-4466-A1E5-8204D30344E0}" dt="2025-12-06T21:56:38.845" v="2240" actId="1038"/>
          <ac:spMkLst>
            <pc:docMk/>
            <pc:sldMk cId="2979180865" sldId="267"/>
            <ac:spMk id="39" creationId="{0B992D07-916B-46B0-AF11-0E4449707BF8}"/>
          </ac:spMkLst>
        </pc:spChg>
        <pc:spChg chg="mod">
          <ac:chgData name="Norbert Monfort" userId="313eecee9035a064" providerId="LiveId" clId="{EF14E3F2-EDDA-4466-A1E5-8204D30344E0}" dt="2025-12-06T21:56:09.032" v="2164" actId="1036"/>
          <ac:spMkLst>
            <pc:docMk/>
            <pc:sldMk cId="2979180865" sldId="267"/>
            <ac:spMk id="42" creationId="{CCFECEC9-8BED-4BB7-ABF5-D311ED0004B9}"/>
          </ac:spMkLst>
        </pc:spChg>
        <pc:spChg chg="del">
          <ac:chgData name="Norbert Monfort" userId="313eecee9035a064" providerId="LiveId" clId="{EF14E3F2-EDDA-4466-A1E5-8204D30344E0}" dt="2025-12-06T21:55:46.377" v="2128" actId="478"/>
          <ac:spMkLst>
            <pc:docMk/>
            <pc:sldMk cId="2979180865" sldId="267"/>
            <ac:spMk id="43" creationId="{7BCEA69C-E829-4BFD-9D47-2BC10CE9B1C0}"/>
          </ac:spMkLst>
        </pc:spChg>
        <pc:spChg chg="mod">
          <ac:chgData name="Norbert Monfort" userId="313eecee9035a064" providerId="LiveId" clId="{EF14E3F2-EDDA-4466-A1E5-8204D30344E0}" dt="2025-12-06T21:56:09.032" v="2164" actId="1036"/>
          <ac:spMkLst>
            <pc:docMk/>
            <pc:sldMk cId="2979180865" sldId="267"/>
            <ac:spMk id="46" creationId="{AF52E3B2-9DE4-4B1F-8134-7A9D08F251DE}"/>
          </ac:spMkLst>
        </pc:spChg>
        <pc:spChg chg="del">
          <ac:chgData name="Norbert Monfort" userId="313eecee9035a064" providerId="LiveId" clId="{EF14E3F2-EDDA-4466-A1E5-8204D30344E0}" dt="2025-12-06T21:55:43.332" v="2125" actId="478"/>
          <ac:spMkLst>
            <pc:docMk/>
            <pc:sldMk cId="2979180865" sldId="267"/>
            <ac:spMk id="50" creationId="{A86C4668-3A53-41A7-B2BB-84606A6E29E7}"/>
          </ac:spMkLst>
        </pc:spChg>
        <pc:cxnChg chg="mod">
          <ac:chgData name="Norbert Monfort" userId="313eecee9035a064" providerId="LiveId" clId="{EF14E3F2-EDDA-4466-A1E5-8204D30344E0}" dt="2025-12-06T21:56:38.845" v="2240" actId="1038"/>
          <ac:cxnSpMkLst>
            <pc:docMk/>
            <pc:sldMk cId="2979180865" sldId="267"/>
            <ac:cxnSpMk id="12" creationId="{DCE3FB1D-A91B-4DF3-98D3-762927AAAF86}"/>
          </ac:cxnSpMkLst>
        </pc:cxnChg>
        <pc:cxnChg chg="mod">
          <ac:chgData name="Norbert Monfort" userId="313eecee9035a064" providerId="LiveId" clId="{EF14E3F2-EDDA-4466-A1E5-8204D30344E0}" dt="2025-12-06T21:56:38.845" v="2240" actId="1038"/>
          <ac:cxnSpMkLst>
            <pc:docMk/>
            <pc:sldMk cId="2979180865" sldId="267"/>
            <ac:cxnSpMk id="16" creationId="{3FE38CB8-0B86-40DC-B84A-395871D09770}"/>
          </ac:cxnSpMkLst>
        </pc:cxnChg>
        <pc:cxnChg chg="mod">
          <ac:chgData name="Norbert Monfort" userId="313eecee9035a064" providerId="LiveId" clId="{EF14E3F2-EDDA-4466-A1E5-8204D30344E0}" dt="2025-12-06T21:56:38.845" v="2240" actId="1038"/>
          <ac:cxnSpMkLst>
            <pc:docMk/>
            <pc:sldMk cId="2979180865" sldId="267"/>
            <ac:cxnSpMk id="20" creationId="{8559E062-36CE-4A6A-AF89-30BDF3F9179F}"/>
          </ac:cxnSpMkLst>
        </pc:cxnChg>
        <pc:cxnChg chg="mod">
          <ac:chgData name="Norbert Monfort" userId="313eecee9035a064" providerId="LiveId" clId="{EF14E3F2-EDDA-4466-A1E5-8204D30344E0}" dt="2025-12-06T21:56:38.845" v="2240" actId="1038"/>
          <ac:cxnSpMkLst>
            <pc:docMk/>
            <pc:sldMk cId="2979180865" sldId="267"/>
            <ac:cxnSpMk id="22" creationId="{6C24987E-9A44-4592-A8A7-D1F6DA791BCB}"/>
          </ac:cxnSpMkLst>
        </pc:cxnChg>
        <pc:cxnChg chg="del mod">
          <ac:chgData name="Norbert Monfort" userId="313eecee9035a064" providerId="LiveId" clId="{EF14E3F2-EDDA-4466-A1E5-8204D30344E0}" dt="2025-12-06T21:54:44.865" v="2076" actId="478"/>
          <ac:cxnSpMkLst>
            <pc:docMk/>
            <pc:sldMk cId="2979180865" sldId="267"/>
            <ac:cxnSpMk id="25" creationId="{8E417778-BF4E-414E-B050-F516160FAEE0}"/>
          </ac:cxnSpMkLst>
        </pc:cxnChg>
        <pc:cxnChg chg="del mod">
          <ac:chgData name="Norbert Monfort" userId="313eecee9035a064" providerId="LiveId" clId="{EF14E3F2-EDDA-4466-A1E5-8204D30344E0}" dt="2025-12-06T21:54:44.164" v="2075" actId="478"/>
          <ac:cxnSpMkLst>
            <pc:docMk/>
            <pc:sldMk cId="2979180865" sldId="267"/>
            <ac:cxnSpMk id="27" creationId="{B5D662B8-3BBE-40C5-80E6-7AA91D303019}"/>
          </ac:cxnSpMkLst>
        </pc:cxnChg>
        <pc:cxnChg chg="del">
          <ac:chgData name="Norbert Monfort" userId="313eecee9035a064" providerId="LiveId" clId="{EF14E3F2-EDDA-4466-A1E5-8204D30344E0}" dt="2025-12-06T21:51:52.613" v="1884" actId="478"/>
          <ac:cxnSpMkLst>
            <pc:docMk/>
            <pc:sldMk cId="2979180865" sldId="267"/>
            <ac:cxnSpMk id="32" creationId="{D75A193C-6D7F-49E5-9B16-F3A471758F95}"/>
          </ac:cxnSpMkLst>
        </pc:cxnChg>
        <pc:cxnChg chg="del">
          <ac:chgData name="Norbert Monfort" userId="313eecee9035a064" providerId="LiveId" clId="{EF14E3F2-EDDA-4466-A1E5-8204D30344E0}" dt="2025-12-06T21:51:51.670" v="1883" actId="478"/>
          <ac:cxnSpMkLst>
            <pc:docMk/>
            <pc:sldMk cId="2979180865" sldId="267"/>
            <ac:cxnSpMk id="33" creationId="{F9CB6485-1A3B-45DA-BF84-CE060078A72C}"/>
          </ac:cxnSpMkLst>
        </pc:cxnChg>
        <pc:cxnChg chg="mod">
          <ac:chgData name="Norbert Monfort" userId="313eecee9035a064" providerId="LiveId" clId="{EF14E3F2-EDDA-4466-A1E5-8204D30344E0}" dt="2025-12-06T21:56:09.032" v="2164" actId="1036"/>
          <ac:cxnSpMkLst>
            <pc:docMk/>
            <pc:sldMk cId="2979180865" sldId="267"/>
            <ac:cxnSpMk id="35" creationId="{07FE7583-9CBF-4CD0-B8F0-9A273B126CD8}"/>
          </ac:cxnSpMkLst>
        </pc:cxnChg>
        <pc:cxnChg chg="mod">
          <ac:chgData name="Norbert Monfort" userId="313eecee9035a064" providerId="LiveId" clId="{EF14E3F2-EDDA-4466-A1E5-8204D30344E0}" dt="2025-12-06T21:56:38.845" v="2240" actId="1038"/>
          <ac:cxnSpMkLst>
            <pc:docMk/>
            <pc:sldMk cId="2979180865" sldId="267"/>
            <ac:cxnSpMk id="40" creationId="{195BB14C-75BA-4EE7-9BF4-F91538311D68}"/>
          </ac:cxnSpMkLst>
        </pc:cxnChg>
        <pc:cxnChg chg="mod">
          <ac:chgData name="Norbert Monfort" userId="313eecee9035a064" providerId="LiveId" clId="{EF14E3F2-EDDA-4466-A1E5-8204D30344E0}" dt="2025-12-06T21:56:38.845" v="2240" actId="1038"/>
          <ac:cxnSpMkLst>
            <pc:docMk/>
            <pc:sldMk cId="2979180865" sldId="267"/>
            <ac:cxnSpMk id="41" creationId="{D5A4DBC9-0663-4CD5-893D-CBD51F086A8C}"/>
          </ac:cxnSpMkLst>
        </pc:cxnChg>
        <pc:cxnChg chg="mod">
          <ac:chgData name="Norbert Monfort" userId="313eecee9035a064" providerId="LiveId" clId="{EF14E3F2-EDDA-4466-A1E5-8204D30344E0}" dt="2025-12-06T21:56:09.032" v="2164" actId="1036"/>
          <ac:cxnSpMkLst>
            <pc:docMk/>
            <pc:sldMk cId="2979180865" sldId="267"/>
            <ac:cxnSpMk id="44" creationId="{90198158-430B-464E-A2B9-49C1B51144DA}"/>
          </ac:cxnSpMkLst>
        </pc:cxnChg>
        <pc:cxnChg chg="del">
          <ac:chgData name="Norbert Monfort" userId="313eecee9035a064" providerId="LiveId" clId="{EF14E3F2-EDDA-4466-A1E5-8204D30344E0}" dt="2025-12-06T21:55:45.543" v="2127" actId="478"/>
          <ac:cxnSpMkLst>
            <pc:docMk/>
            <pc:sldMk cId="2979180865" sldId="267"/>
            <ac:cxnSpMk id="45" creationId="{8C9666FB-DEAF-4B5B-B78B-143EB06F127E}"/>
          </ac:cxnSpMkLst>
        </pc:cxnChg>
        <pc:cxnChg chg="mod">
          <ac:chgData name="Norbert Monfort" userId="313eecee9035a064" providerId="LiveId" clId="{EF14E3F2-EDDA-4466-A1E5-8204D30344E0}" dt="2025-12-06T21:56:09.032" v="2164" actId="1036"/>
          <ac:cxnSpMkLst>
            <pc:docMk/>
            <pc:sldMk cId="2979180865" sldId="267"/>
            <ac:cxnSpMk id="47" creationId="{9F1C2E26-19D6-4F94-BBF7-B37EA146B994}"/>
          </ac:cxnSpMkLst>
        </pc:cxnChg>
        <pc:cxnChg chg="del">
          <ac:chgData name="Norbert Monfort" userId="313eecee9035a064" providerId="LiveId" clId="{EF14E3F2-EDDA-4466-A1E5-8204D30344E0}" dt="2025-12-06T21:55:44.592" v="2126" actId="478"/>
          <ac:cxnSpMkLst>
            <pc:docMk/>
            <pc:sldMk cId="2979180865" sldId="267"/>
            <ac:cxnSpMk id="51" creationId="{9A873609-276F-4CC7-BAF0-7FA62C64E551}"/>
          </ac:cxnSpMkLst>
        </pc:cxnChg>
      </pc:sldChg>
      <pc:sldChg chg="modSp mod">
        <pc:chgData name="Norbert Monfort" userId="313eecee9035a064" providerId="LiveId" clId="{EF14E3F2-EDDA-4466-A1E5-8204D30344E0}" dt="2025-12-06T20:12:48.287" v="1440" actId="20577"/>
        <pc:sldMkLst>
          <pc:docMk/>
          <pc:sldMk cId="3270768978" sldId="269"/>
        </pc:sldMkLst>
        <pc:spChg chg="mod">
          <ac:chgData name="Norbert Monfort" userId="313eecee9035a064" providerId="LiveId" clId="{EF14E3F2-EDDA-4466-A1E5-8204D30344E0}" dt="2025-12-06T20:12:48.287" v="1440" actId="20577"/>
          <ac:spMkLst>
            <pc:docMk/>
            <pc:sldMk cId="3270768978" sldId="269"/>
            <ac:spMk id="3" creationId="{00000000-0000-0000-0000-000000000000}"/>
          </ac:spMkLst>
        </pc:spChg>
      </pc:sldChg>
      <pc:sldChg chg="del">
        <pc:chgData name="Norbert Monfort" userId="313eecee9035a064" providerId="LiveId" clId="{EF14E3F2-EDDA-4466-A1E5-8204D30344E0}" dt="2025-12-06T20:13:28.287" v="1442" actId="47"/>
        <pc:sldMkLst>
          <pc:docMk/>
          <pc:sldMk cId="1634571853" sldId="308"/>
        </pc:sldMkLst>
      </pc:sldChg>
      <pc:sldChg chg="modSp mod">
        <pc:chgData name="Norbert Monfort" userId="313eecee9035a064" providerId="LiveId" clId="{EF14E3F2-EDDA-4466-A1E5-8204D30344E0}" dt="2025-12-06T21:48:22.950" v="1851" actId="115"/>
        <pc:sldMkLst>
          <pc:docMk/>
          <pc:sldMk cId="4198869780" sldId="309"/>
        </pc:sldMkLst>
        <pc:spChg chg="mod">
          <ac:chgData name="Norbert Monfort" userId="313eecee9035a064" providerId="LiveId" clId="{EF14E3F2-EDDA-4466-A1E5-8204D30344E0}" dt="2025-12-06T21:48:22.950" v="1851" actId="115"/>
          <ac:spMkLst>
            <pc:docMk/>
            <pc:sldMk cId="4198869780" sldId="309"/>
            <ac:spMk id="3" creationId="{00000000-0000-0000-0000-000000000000}"/>
          </ac:spMkLst>
        </pc:spChg>
      </pc:sldChg>
      <pc:sldChg chg="del">
        <pc:chgData name="Norbert Monfort" userId="313eecee9035a064" providerId="LiveId" clId="{EF14E3F2-EDDA-4466-A1E5-8204D30344E0}" dt="2025-12-06T20:13:32.183" v="1443" actId="47"/>
        <pc:sldMkLst>
          <pc:docMk/>
          <pc:sldMk cId="3197740682" sldId="310"/>
        </pc:sldMkLst>
      </pc:sldChg>
      <pc:sldChg chg="modSp mod">
        <pc:chgData name="Norbert Monfort" userId="313eecee9035a064" providerId="LiveId" clId="{EF14E3F2-EDDA-4466-A1E5-8204D30344E0}" dt="2025-12-06T21:47:49.397" v="1848" actId="21"/>
        <pc:sldMkLst>
          <pc:docMk/>
          <pc:sldMk cId="4793101" sldId="328"/>
        </pc:sldMkLst>
        <pc:spChg chg="mod">
          <ac:chgData name="Norbert Monfort" userId="313eecee9035a064" providerId="LiveId" clId="{EF14E3F2-EDDA-4466-A1E5-8204D30344E0}" dt="2025-12-06T20:04:00.465" v="768" actId="20577"/>
          <ac:spMkLst>
            <pc:docMk/>
            <pc:sldMk cId="4793101" sldId="328"/>
            <ac:spMk id="3" creationId="{00000000-0000-0000-0000-000000000000}"/>
          </ac:spMkLst>
        </pc:spChg>
        <pc:spChg chg="mod">
          <ac:chgData name="Norbert Monfort" userId="313eecee9035a064" providerId="LiveId" clId="{EF14E3F2-EDDA-4466-A1E5-8204D30344E0}" dt="2025-12-06T21:47:49.397" v="1848" actId="21"/>
          <ac:spMkLst>
            <pc:docMk/>
            <pc:sldMk cId="4793101" sldId="328"/>
            <ac:spMk id="4" creationId="{994DA699-4A18-414D-9ED0-4C0C4D923DA2}"/>
          </ac:spMkLst>
        </pc:spChg>
      </pc:sldChg>
      <pc:sldChg chg="addSp delSp modSp mod">
        <pc:chgData name="Norbert Monfort" userId="313eecee9035a064" providerId="LiveId" clId="{EF14E3F2-EDDA-4466-A1E5-8204D30344E0}" dt="2025-12-06T22:36:58.666" v="4681" actId="20577"/>
        <pc:sldMkLst>
          <pc:docMk/>
          <pc:sldMk cId="776351724" sldId="339"/>
        </pc:sldMkLst>
        <pc:spChg chg="add del mod">
          <ac:chgData name="Norbert Monfort" userId="313eecee9035a064" providerId="LiveId" clId="{EF14E3F2-EDDA-4466-A1E5-8204D30344E0}" dt="2025-12-06T22:29:14.312" v="3492" actId="478"/>
          <ac:spMkLst>
            <pc:docMk/>
            <pc:sldMk cId="776351724" sldId="339"/>
            <ac:spMk id="3" creationId="{649400FB-7503-5A86-83B3-AC71DB1F4896}"/>
          </ac:spMkLst>
        </pc:spChg>
        <pc:spChg chg="mod">
          <ac:chgData name="Norbert Monfort" userId="313eecee9035a064" providerId="LiveId" clId="{EF14E3F2-EDDA-4466-A1E5-8204D30344E0}" dt="2025-12-06T22:28:03.528" v="3489" actId="20577"/>
          <ac:spMkLst>
            <pc:docMk/>
            <pc:sldMk cId="776351724" sldId="339"/>
            <ac:spMk id="28" creationId="{C5ADD4CF-457E-4FEF-A162-6D2EAE0CC1E7}"/>
          </ac:spMkLst>
        </pc:spChg>
        <pc:spChg chg="mod">
          <ac:chgData name="Norbert Monfort" userId="313eecee9035a064" providerId="LiveId" clId="{EF14E3F2-EDDA-4466-A1E5-8204D30344E0}" dt="2025-12-06T22:30:50.138" v="3612" actId="27636"/>
          <ac:spMkLst>
            <pc:docMk/>
            <pc:sldMk cId="776351724" sldId="339"/>
            <ac:spMk id="36" creationId="{E918E85E-3E89-4EDE-B662-143D73F7B75A}"/>
          </ac:spMkLst>
        </pc:spChg>
        <pc:spChg chg="mod">
          <ac:chgData name="Norbert Monfort" userId="313eecee9035a064" providerId="LiveId" clId="{EF14E3F2-EDDA-4466-A1E5-8204D30344E0}" dt="2025-12-06T22:30:05.581" v="3571" actId="27636"/>
          <ac:spMkLst>
            <pc:docMk/>
            <pc:sldMk cId="776351724" sldId="339"/>
            <ac:spMk id="37" creationId="{2F71990C-6B54-4F8B-89FA-DA2FD13EAA3F}"/>
          </ac:spMkLst>
        </pc:spChg>
        <pc:spChg chg="mod">
          <ac:chgData name="Norbert Monfort" userId="313eecee9035a064" providerId="LiveId" clId="{EF14E3F2-EDDA-4466-A1E5-8204D30344E0}" dt="2025-12-06T22:36:58.666" v="4681" actId="20577"/>
          <ac:spMkLst>
            <pc:docMk/>
            <pc:sldMk cId="776351724" sldId="339"/>
            <ac:spMk id="38" creationId="{C264DF56-C107-42D6-926B-C8F7F2AC133A}"/>
          </ac:spMkLst>
        </pc:spChg>
        <pc:spChg chg="mod">
          <ac:chgData name="Norbert Monfort" userId="313eecee9035a064" providerId="LiveId" clId="{EF14E3F2-EDDA-4466-A1E5-8204D30344E0}" dt="2025-12-06T22:30:36.941" v="3608" actId="14100"/>
          <ac:spMkLst>
            <pc:docMk/>
            <pc:sldMk cId="776351724" sldId="339"/>
            <ac:spMk id="49" creationId="{C2411850-4997-4A59-95F4-344805914F7A}"/>
          </ac:spMkLst>
        </pc:spChg>
      </pc:sldChg>
      <pc:sldChg chg="ord">
        <pc:chgData name="Norbert Monfort" userId="313eecee9035a064" providerId="LiveId" clId="{EF14E3F2-EDDA-4466-A1E5-8204D30344E0}" dt="2025-12-06T22:37:12.245" v="4683"/>
        <pc:sldMkLst>
          <pc:docMk/>
          <pc:sldMk cId="3712130149" sldId="340"/>
        </pc:sldMkLst>
      </pc:sldChg>
      <pc:sldChg chg="ord">
        <pc:chgData name="Norbert Monfort" userId="313eecee9035a064" providerId="LiveId" clId="{EF14E3F2-EDDA-4466-A1E5-8204D30344E0}" dt="2025-12-06T22:49:20.526" v="5688"/>
        <pc:sldMkLst>
          <pc:docMk/>
          <pc:sldMk cId="17710162" sldId="341"/>
        </pc:sldMkLst>
      </pc:sldChg>
      <pc:sldChg chg="modSp mod">
        <pc:chgData name="Norbert Monfort" userId="313eecee9035a064" providerId="LiveId" clId="{EF14E3F2-EDDA-4466-A1E5-8204D30344E0}" dt="2025-12-06T22:59:40.534" v="5986" actId="20577"/>
        <pc:sldMkLst>
          <pc:docMk/>
          <pc:sldMk cId="3707837999" sldId="342"/>
        </pc:sldMkLst>
        <pc:spChg chg="mod">
          <ac:chgData name="Norbert Monfort" userId="313eecee9035a064" providerId="LiveId" clId="{EF14E3F2-EDDA-4466-A1E5-8204D30344E0}" dt="2025-12-06T22:59:40.534" v="5986" actId="20577"/>
          <ac:spMkLst>
            <pc:docMk/>
            <pc:sldMk cId="3707837999" sldId="342"/>
            <ac:spMk id="3" creationId="{E5F1C779-691F-4DE3-878B-A04823B1934E}"/>
          </ac:spMkLst>
        </pc:spChg>
      </pc:sldChg>
      <pc:sldChg chg="modSp mod ord">
        <pc:chgData name="Norbert Monfort" userId="313eecee9035a064" providerId="LiveId" clId="{EF14E3F2-EDDA-4466-A1E5-8204D30344E0}" dt="2025-12-06T23:35:30.158" v="6462" actId="20577"/>
        <pc:sldMkLst>
          <pc:docMk/>
          <pc:sldMk cId="577690363" sldId="343"/>
        </pc:sldMkLst>
        <pc:spChg chg="mod">
          <ac:chgData name="Norbert Monfort" userId="313eecee9035a064" providerId="LiveId" clId="{EF14E3F2-EDDA-4466-A1E5-8204D30344E0}" dt="2025-12-06T23:11:05.887" v="6189" actId="20577"/>
          <ac:spMkLst>
            <pc:docMk/>
            <pc:sldMk cId="577690363" sldId="343"/>
            <ac:spMk id="2" creationId="{9F988E89-2FD5-4EE8-BBBA-AFBCAA8DF7C8}"/>
          </ac:spMkLst>
        </pc:spChg>
        <pc:spChg chg="mod">
          <ac:chgData name="Norbert Monfort" userId="313eecee9035a064" providerId="LiveId" clId="{EF14E3F2-EDDA-4466-A1E5-8204D30344E0}" dt="2025-12-06T23:35:30.158" v="6462" actId="20577"/>
          <ac:spMkLst>
            <pc:docMk/>
            <pc:sldMk cId="577690363" sldId="343"/>
            <ac:spMk id="3" creationId="{E5F1C779-691F-4DE3-878B-A04823B1934E}"/>
          </ac:spMkLst>
        </pc:spChg>
      </pc:sldChg>
      <pc:sldChg chg="addSp modSp mod ord">
        <pc:chgData name="Norbert Monfort" userId="313eecee9035a064" providerId="LiveId" clId="{EF14E3F2-EDDA-4466-A1E5-8204D30344E0}" dt="2025-12-06T21:49:49.999" v="1864"/>
        <pc:sldMkLst>
          <pc:docMk/>
          <pc:sldMk cId="517719048" sldId="344"/>
        </pc:sldMkLst>
        <pc:spChg chg="mod">
          <ac:chgData name="Norbert Monfort" userId="313eecee9035a064" providerId="LiveId" clId="{EF14E3F2-EDDA-4466-A1E5-8204D30344E0}" dt="2025-12-06T20:11:21.367" v="1388" actId="20577"/>
          <ac:spMkLst>
            <pc:docMk/>
            <pc:sldMk cId="517719048" sldId="344"/>
            <ac:spMk id="2" creationId="{00000000-0000-0000-0000-000000000000}"/>
          </ac:spMkLst>
        </pc:spChg>
        <pc:spChg chg="add mod">
          <ac:chgData name="Norbert Monfort" userId="313eecee9035a064" providerId="LiveId" clId="{EF14E3F2-EDDA-4466-A1E5-8204D30344E0}" dt="2025-12-06T21:49:49.999" v="1864"/>
          <ac:spMkLst>
            <pc:docMk/>
            <pc:sldMk cId="517719048" sldId="344"/>
            <ac:spMk id="3" creationId="{B248047F-7C86-0E52-26C1-36A082255C07}"/>
          </ac:spMkLst>
        </pc:spChg>
      </pc:sldChg>
      <pc:sldChg chg="addSp delSp modSp mod">
        <pc:chgData name="Norbert Monfort" userId="313eecee9035a064" providerId="LiveId" clId="{EF14E3F2-EDDA-4466-A1E5-8204D30344E0}" dt="2025-12-06T22:24:03.848" v="3468" actId="20577"/>
        <pc:sldMkLst>
          <pc:docMk/>
          <pc:sldMk cId="3918603474" sldId="345"/>
        </pc:sldMkLst>
        <pc:spChg chg="add mod">
          <ac:chgData name="Norbert Monfort" userId="313eecee9035a064" providerId="LiveId" clId="{EF14E3F2-EDDA-4466-A1E5-8204D30344E0}" dt="2025-12-06T22:23:14.368" v="3459" actId="1076"/>
          <ac:spMkLst>
            <pc:docMk/>
            <pc:sldMk cId="3918603474" sldId="345"/>
            <ac:spMk id="4" creationId="{45AD90C2-4D57-84EC-7D70-E6C3FBADA738}"/>
          </ac:spMkLst>
        </pc:spChg>
        <pc:spChg chg="mod">
          <ac:chgData name="Norbert Monfort" userId="313eecee9035a064" providerId="LiveId" clId="{EF14E3F2-EDDA-4466-A1E5-8204D30344E0}" dt="2025-12-06T22:07:35.051" v="2584" actId="1036"/>
          <ac:spMkLst>
            <pc:docMk/>
            <pc:sldMk cId="3918603474" sldId="345"/>
            <ac:spMk id="10" creationId="{E5AD62DE-A41D-42C8-B891-86513908FD2D}"/>
          </ac:spMkLst>
        </pc:spChg>
        <pc:spChg chg="del">
          <ac:chgData name="Norbert Monfort" userId="313eecee9035a064" providerId="LiveId" clId="{EF14E3F2-EDDA-4466-A1E5-8204D30344E0}" dt="2025-12-06T22:05:53.058" v="2430" actId="478"/>
          <ac:spMkLst>
            <pc:docMk/>
            <pc:sldMk cId="3918603474" sldId="345"/>
            <ac:spMk id="69" creationId="{A13E824C-4D11-48B4-816C-D93BFE21E56C}"/>
          </ac:spMkLst>
        </pc:spChg>
        <pc:spChg chg="del">
          <ac:chgData name="Norbert Monfort" userId="313eecee9035a064" providerId="LiveId" clId="{EF14E3F2-EDDA-4466-A1E5-8204D30344E0}" dt="2025-12-06T22:05:53.058" v="2430" actId="478"/>
          <ac:spMkLst>
            <pc:docMk/>
            <pc:sldMk cId="3918603474" sldId="345"/>
            <ac:spMk id="71" creationId="{F9C341B5-70EA-4E34-8F2E-C8C811C23933}"/>
          </ac:spMkLst>
        </pc:spChg>
        <pc:spChg chg="mod">
          <ac:chgData name="Norbert Monfort" userId="313eecee9035a064" providerId="LiveId" clId="{EF14E3F2-EDDA-4466-A1E5-8204D30344E0}" dt="2025-12-06T22:07:35.051" v="2584" actId="1036"/>
          <ac:spMkLst>
            <pc:docMk/>
            <pc:sldMk cId="3918603474" sldId="345"/>
            <ac:spMk id="73" creationId="{95C6B19F-2B79-426F-9597-B1F1A0FF7767}"/>
          </ac:spMkLst>
        </pc:spChg>
        <pc:spChg chg="mod">
          <ac:chgData name="Norbert Monfort" userId="313eecee9035a064" providerId="LiveId" clId="{EF14E3F2-EDDA-4466-A1E5-8204D30344E0}" dt="2025-12-06T22:07:35.051" v="2584" actId="1036"/>
          <ac:spMkLst>
            <pc:docMk/>
            <pc:sldMk cId="3918603474" sldId="345"/>
            <ac:spMk id="82" creationId="{FBD38C8C-6892-46C6-91F7-E1B445B5C17D}"/>
          </ac:spMkLst>
        </pc:spChg>
        <pc:spChg chg="mod">
          <ac:chgData name="Norbert Monfort" userId="313eecee9035a064" providerId="LiveId" clId="{EF14E3F2-EDDA-4466-A1E5-8204D30344E0}" dt="2025-12-06T22:07:35.051" v="2584" actId="1036"/>
          <ac:spMkLst>
            <pc:docMk/>
            <pc:sldMk cId="3918603474" sldId="345"/>
            <ac:spMk id="83" creationId="{A1178435-8B1C-46D9-80A0-34BC8259EE24}"/>
          </ac:spMkLst>
        </pc:spChg>
        <pc:spChg chg="del">
          <ac:chgData name="Norbert Monfort" userId="313eecee9035a064" providerId="LiveId" clId="{EF14E3F2-EDDA-4466-A1E5-8204D30344E0}" dt="2025-12-06T22:05:53.058" v="2430" actId="478"/>
          <ac:spMkLst>
            <pc:docMk/>
            <pc:sldMk cId="3918603474" sldId="345"/>
            <ac:spMk id="84" creationId="{ADF8BCAA-B183-46E9-BEB4-94A101A90D7E}"/>
          </ac:spMkLst>
        </pc:spChg>
        <pc:spChg chg="del">
          <ac:chgData name="Norbert Monfort" userId="313eecee9035a064" providerId="LiveId" clId="{EF14E3F2-EDDA-4466-A1E5-8204D30344E0}" dt="2025-12-06T22:05:53.058" v="2430" actId="478"/>
          <ac:spMkLst>
            <pc:docMk/>
            <pc:sldMk cId="3918603474" sldId="345"/>
            <ac:spMk id="85" creationId="{FBDA8F17-5EB5-45E3-8521-F9079305AF75}"/>
          </ac:spMkLst>
        </pc:spChg>
        <pc:spChg chg="mod">
          <ac:chgData name="Norbert Monfort" userId="313eecee9035a064" providerId="LiveId" clId="{EF14E3F2-EDDA-4466-A1E5-8204D30344E0}" dt="2025-12-06T22:07:35.051" v="2584" actId="1036"/>
          <ac:spMkLst>
            <pc:docMk/>
            <pc:sldMk cId="3918603474" sldId="345"/>
            <ac:spMk id="86" creationId="{10474C51-4BC6-4503-BCB3-0B20EBF94B04}"/>
          </ac:spMkLst>
        </pc:spChg>
        <pc:spChg chg="mod">
          <ac:chgData name="Norbert Monfort" userId="313eecee9035a064" providerId="LiveId" clId="{EF14E3F2-EDDA-4466-A1E5-8204D30344E0}" dt="2025-12-06T22:24:03.848" v="3468" actId="20577"/>
          <ac:spMkLst>
            <pc:docMk/>
            <pc:sldMk cId="3918603474" sldId="345"/>
            <ac:spMk id="91" creationId="{B8A0C70A-B4BF-4C5A-8683-B566F61DD879}"/>
          </ac:spMkLst>
        </pc:spChg>
        <pc:spChg chg="mod">
          <ac:chgData name="Norbert Monfort" userId="313eecee9035a064" providerId="LiveId" clId="{EF14E3F2-EDDA-4466-A1E5-8204D30344E0}" dt="2025-12-06T22:07:35.051" v="2584" actId="1036"/>
          <ac:spMkLst>
            <pc:docMk/>
            <pc:sldMk cId="3918603474" sldId="345"/>
            <ac:spMk id="93" creationId="{3D44FC74-F21B-45DF-8C35-7F6E84F5323A}"/>
          </ac:spMkLst>
        </pc:spChg>
        <pc:spChg chg="del">
          <ac:chgData name="Norbert Monfort" userId="313eecee9035a064" providerId="LiveId" clId="{EF14E3F2-EDDA-4466-A1E5-8204D30344E0}" dt="2025-12-06T22:05:53.058" v="2430" actId="478"/>
          <ac:spMkLst>
            <pc:docMk/>
            <pc:sldMk cId="3918603474" sldId="345"/>
            <ac:spMk id="94" creationId="{8B0904C0-2E67-4036-BD91-404C74A5B5E5}"/>
          </ac:spMkLst>
        </pc:spChg>
        <pc:spChg chg="mod">
          <ac:chgData name="Norbert Monfort" userId="313eecee9035a064" providerId="LiveId" clId="{EF14E3F2-EDDA-4466-A1E5-8204D30344E0}" dt="2025-12-06T21:57:56.126" v="2303" actId="20577"/>
          <ac:spMkLst>
            <pc:docMk/>
            <pc:sldMk cId="3918603474" sldId="345"/>
            <ac:spMk id="95" creationId="{1DD223CA-2B24-4FEE-A787-C68E3DC05139}"/>
          </ac:spMkLst>
        </pc:spChg>
        <pc:spChg chg="del mod">
          <ac:chgData name="Norbert Monfort" userId="313eecee9035a064" providerId="LiveId" clId="{EF14E3F2-EDDA-4466-A1E5-8204D30344E0}" dt="2025-12-06T22:05:53.058" v="2430" actId="478"/>
          <ac:spMkLst>
            <pc:docMk/>
            <pc:sldMk cId="3918603474" sldId="345"/>
            <ac:spMk id="96" creationId="{F84B04D9-62D9-49C8-B8D9-39FAB31DE2AD}"/>
          </ac:spMkLst>
        </pc:spChg>
        <pc:spChg chg="del">
          <ac:chgData name="Norbert Monfort" userId="313eecee9035a064" providerId="LiveId" clId="{EF14E3F2-EDDA-4466-A1E5-8204D30344E0}" dt="2025-12-06T22:05:53.058" v="2430" actId="478"/>
          <ac:spMkLst>
            <pc:docMk/>
            <pc:sldMk cId="3918603474" sldId="345"/>
            <ac:spMk id="105" creationId="{6EFF4C78-E134-452C-BF27-3C1258666410}"/>
          </ac:spMkLst>
        </pc:spChg>
        <pc:spChg chg="mod">
          <ac:chgData name="Norbert Monfort" userId="313eecee9035a064" providerId="LiveId" clId="{EF14E3F2-EDDA-4466-A1E5-8204D30344E0}" dt="2025-12-06T22:07:35.051" v="2584" actId="1036"/>
          <ac:spMkLst>
            <pc:docMk/>
            <pc:sldMk cId="3918603474" sldId="345"/>
            <ac:spMk id="142" creationId="{314D570D-0CE8-4BF8-8FC5-1FED431E0760}"/>
          </ac:spMkLst>
        </pc:spChg>
        <pc:spChg chg="del">
          <ac:chgData name="Norbert Monfort" userId="313eecee9035a064" providerId="LiveId" clId="{EF14E3F2-EDDA-4466-A1E5-8204D30344E0}" dt="2025-12-06T22:05:53.058" v="2430" actId="478"/>
          <ac:spMkLst>
            <pc:docMk/>
            <pc:sldMk cId="3918603474" sldId="345"/>
            <ac:spMk id="150" creationId="{44EA29CC-5D95-4447-A6A8-202CFA720674}"/>
          </ac:spMkLst>
        </pc:spChg>
        <pc:spChg chg="mod">
          <ac:chgData name="Norbert Monfort" userId="313eecee9035a064" providerId="LiveId" clId="{EF14E3F2-EDDA-4466-A1E5-8204D30344E0}" dt="2025-12-06T22:07:35.051" v="2584" actId="1036"/>
          <ac:spMkLst>
            <pc:docMk/>
            <pc:sldMk cId="3918603474" sldId="345"/>
            <ac:spMk id="151" creationId="{6E659D17-54E2-46CC-8D4C-3FABCED2C3EF}"/>
          </ac:spMkLst>
        </pc:spChg>
        <pc:spChg chg="mod">
          <ac:chgData name="Norbert Monfort" userId="313eecee9035a064" providerId="LiveId" clId="{EF14E3F2-EDDA-4466-A1E5-8204D30344E0}" dt="2025-12-06T22:07:35.051" v="2584" actId="1036"/>
          <ac:spMkLst>
            <pc:docMk/>
            <pc:sldMk cId="3918603474" sldId="345"/>
            <ac:spMk id="153" creationId="{DEB369A2-D615-47FB-9C08-0734481A57A0}"/>
          </ac:spMkLst>
        </pc:spChg>
        <pc:spChg chg="del">
          <ac:chgData name="Norbert Monfort" userId="313eecee9035a064" providerId="LiveId" clId="{EF14E3F2-EDDA-4466-A1E5-8204D30344E0}" dt="2025-12-06T22:05:53.058" v="2430" actId="478"/>
          <ac:spMkLst>
            <pc:docMk/>
            <pc:sldMk cId="3918603474" sldId="345"/>
            <ac:spMk id="162" creationId="{EF7F34A8-0A6C-48B6-AA6A-3BB6B057A8B4}"/>
          </ac:spMkLst>
        </pc:spChg>
        <pc:spChg chg="del">
          <ac:chgData name="Norbert Monfort" userId="313eecee9035a064" providerId="LiveId" clId="{EF14E3F2-EDDA-4466-A1E5-8204D30344E0}" dt="2025-12-06T22:05:53.058" v="2430" actId="478"/>
          <ac:spMkLst>
            <pc:docMk/>
            <pc:sldMk cId="3918603474" sldId="345"/>
            <ac:spMk id="182" creationId="{3E43C988-F62B-49E8-AC5D-56540CDE7660}"/>
          </ac:spMkLst>
        </pc:spChg>
        <pc:picChg chg="add mod">
          <ac:chgData name="Norbert Monfort" userId="313eecee9035a064" providerId="LiveId" clId="{EF14E3F2-EDDA-4466-A1E5-8204D30344E0}" dt="2025-12-06T22:05:12.931" v="2414" actId="1076"/>
          <ac:picMkLst>
            <pc:docMk/>
            <pc:sldMk cId="3918603474" sldId="345"/>
            <ac:picMk id="2" creationId="{ED71455F-ECD6-09F8-4C1C-3999C55A28DF}"/>
          </ac:picMkLst>
        </pc:picChg>
        <pc:picChg chg="add mod">
          <ac:chgData name="Norbert Monfort" userId="313eecee9035a064" providerId="LiveId" clId="{EF14E3F2-EDDA-4466-A1E5-8204D30344E0}" dt="2025-12-06T22:05:18.009" v="2416" actId="1076"/>
          <ac:picMkLst>
            <pc:docMk/>
            <pc:sldMk cId="3918603474" sldId="345"/>
            <ac:picMk id="3" creationId="{B55E1D51-719F-085C-7A87-A3E2F737908B}"/>
          </ac:picMkLst>
        </pc:picChg>
        <pc:picChg chg="mod">
          <ac:chgData name="Norbert Monfort" userId="313eecee9035a064" providerId="LiveId" clId="{EF14E3F2-EDDA-4466-A1E5-8204D30344E0}" dt="2025-12-06T22:05:06.849" v="2412" actId="1076"/>
          <ac:picMkLst>
            <pc:docMk/>
            <pc:sldMk cId="3918603474" sldId="345"/>
            <ac:picMk id="157" creationId="{45436F2A-00EE-4479-A448-3142182A507C}"/>
          </ac:picMkLst>
        </pc:picChg>
        <pc:cxnChg chg="del">
          <ac:chgData name="Norbert Monfort" userId="313eecee9035a064" providerId="LiveId" clId="{EF14E3F2-EDDA-4466-A1E5-8204D30344E0}" dt="2025-12-06T22:05:27.990" v="2417" actId="478"/>
          <ac:cxnSpMkLst>
            <pc:docMk/>
            <pc:sldMk cId="3918603474" sldId="345"/>
            <ac:cxnSpMk id="64" creationId="{9084A5C1-664E-42B3-8117-5481B2608762}"/>
          </ac:cxnSpMkLst>
        </pc:cxnChg>
      </pc:sldChg>
      <pc:sldChg chg="modSp mod">
        <pc:chgData name="Norbert Monfort" userId="313eecee9035a064" providerId="LiveId" clId="{EF14E3F2-EDDA-4466-A1E5-8204D30344E0}" dt="2025-12-06T22:24:49.879" v="3474" actId="14100"/>
        <pc:sldMkLst>
          <pc:docMk/>
          <pc:sldMk cId="1558688898" sldId="346"/>
        </pc:sldMkLst>
        <pc:spChg chg="mod">
          <ac:chgData name="Norbert Monfort" userId="313eecee9035a064" providerId="LiveId" clId="{EF14E3F2-EDDA-4466-A1E5-8204D30344E0}" dt="2025-12-06T22:02:05.986" v="2401" actId="20577"/>
          <ac:spMkLst>
            <pc:docMk/>
            <pc:sldMk cId="1558688898" sldId="346"/>
            <ac:spMk id="96" creationId="{F84B04D9-62D9-49C8-B8D9-39FAB31DE2AD}"/>
          </ac:spMkLst>
        </pc:spChg>
        <pc:spChg chg="mod">
          <ac:chgData name="Norbert Monfort" userId="313eecee9035a064" providerId="LiveId" clId="{EF14E3F2-EDDA-4466-A1E5-8204D30344E0}" dt="2025-12-06T21:58:09.328" v="2310" actId="20577"/>
          <ac:spMkLst>
            <pc:docMk/>
            <pc:sldMk cId="1558688898" sldId="346"/>
            <ac:spMk id="125" creationId="{BE576AD0-9D11-4F37-955F-92B1EB46DA66}"/>
          </ac:spMkLst>
        </pc:spChg>
        <pc:spChg chg="mod">
          <ac:chgData name="Norbert Monfort" userId="313eecee9035a064" providerId="LiveId" clId="{EF14E3F2-EDDA-4466-A1E5-8204D30344E0}" dt="2025-12-06T22:24:49.879" v="3474" actId="14100"/>
          <ac:spMkLst>
            <pc:docMk/>
            <pc:sldMk cId="1558688898" sldId="346"/>
            <ac:spMk id="199" creationId="{6DC872EE-4980-4C65-9EE9-4BEF575EB8B9}"/>
          </ac:spMkLst>
        </pc:spChg>
      </pc:sldChg>
      <pc:sldChg chg="addSp modSp add mod">
        <pc:chgData name="Norbert Monfort" userId="313eecee9035a064" providerId="LiveId" clId="{EF14E3F2-EDDA-4466-A1E5-8204D30344E0}" dt="2025-12-06T22:12:59.241" v="3178" actId="1076"/>
        <pc:sldMkLst>
          <pc:docMk/>
          <pc:sldMk cId="2533446015" sldId="348"/>
        </pc:sldMkLst>
        <pc:spChg chg="mod">
          <ac:chgData name="Norbert Monfort" userId="313eecee9035a064" providerId="LiveId" clId="{EF14E3F2-EDDA-4466-A1E5-8204D30344E0}" dt="2025-12-06T22:10:28.578" v="2867" actId="1076"/>
          <ac:spMkLst>
            <pc:docMk/>
            <pc:sldMk cId="2533446015" sldId="348"/>
            <ac:spMk id="2" creationId="{00000000-0000-0000-0000-000000000000}"/>
          </ac:spMkLst>
        </pc:spChg>
        <pc:spChg chg="add mod">
          <ac:chgData name="Norbert Monfort" userId="313eecee9035a064" providerId="LiveId" clId="{EF14E3F2-EDDA-4466-A1E5-8204D30344E0}" dt="2025-12-06T22:12:59.241" v="3178" actId="1076"/>
          <ac:spMkLst>
            <pc:docMk/>
            <pc:sldMk cId="2533446015" sldId="348"/>
            <ac:spMk id="3" creationId="{AA7D1DA8-DFD9-02A2-3DBF-7FE8DD163582}"/>
          </ac:spMkLst>
        </pc:spChg>
        <pc:spChg chg="mod">
          <ac:chgData name="Norbert Monfort" userId="313eecee9035a064" providerId="LiveId" clId="{EF14E3F2-EDDA-4466-A1E5-8204D30344E0}" dt="2025-12-06T22:12:55.755" v="3177" actId="1036"/>
          <ac:spMkLst>
            <pc:docMk/>
            <pc:sldMk cId="2533446015" sldId="348"/>
            <ac:spMk id="45" creationId="{93F1F906-7CDD-4AA8-AD48-0FE4CF0F1E15}"/>
          </ac:spMkLst>
        </pc:spChg>
        <pc:spChg chg="mod">
          <ac:chgData name="Norbert Monfort" userId="313eecee9035a064" providerId="LiveId" clId="{EF14E3F2-EDDA-4466-A1E5-8204D30344E0}" dt="2025-12-06T22:12:55.755" v="3177" actId="1036"/>
          <ac:spMkLst>
            <pc:docMk/>
            <pc:sldMk cId="2533446015" sldId="348"/>
            <ac:spMk id="60" creationId="{D11F047F-B6B2-404D-8604-0E4FF0EFDC95}"/>
          </ac:spMkLst>
        </pc:spChg>
        <pc:spChg chg="mod">
          <ac:chgData name="Norbert Monfort" userId="313eecee9035a064" providerId="LiveId" clId="{EF14E3F2-EDDA-4466-A1E5-8204D30344E0}" dt="2025-12-06T22:12:55.755" v="3177" actId="1036"/>
          <ac:spMkLst>
            <pc:docMk/>
            <pc:sldMk cId="2533446015" sldId="348"/>
            <ac:spMk id="80" creationId="{82B5851C-6969-4E65-9EA4-81E502A868A6}"/>
          </ac:spMkLst>
        </pc:spChg>
        <pc:spChg chg="mod">
          <ac:chgData name="Norbert Monfort" userId="313eecee9035a064" providerId="LiveId" clId="{EF14E3F2-EDDA-4466-A1E5-8204D30344E0}" dt="2025-12-06T22:12:55.755" v="3177" actId="1036"/>
          <ac:spMkLst>
            <pc:docMk/>
            <pc:sldMk cId="2533446015" sldId="348"/>
            <ac:spMk id="81" creationId="{12554AA7-A52A-457C-86AE-C444CB2FEE1D}"/>
          </ac:spMkLst>
        </pc:spChg>
        <pc:spChg chg="mod">
          <ac:chgData name="Norbert Monfort" userId="313eecee9035a064" providerId="LiveId" clId="{EF14E3F2-EDDA-4466-A1E5-8204D30344E0}" dt="2025-12-06T22:12:55.755" v="3177" actId="1036"/>
          <ac:spMkLst>
            <pc:docMk/>
            <pc:sldMk cId="2533446015" sldId="348"/>
            <ac:spMk id="90" creationId="{F9F65377-C4F4-4724-92DA-B4B1E1037145}"/>
          </ac:spMkLst>
        </pc:spChg>
        <pc:spChg chg="mod">
          <ac:chgData name="Norbert Monfort" userId="313eecee9035a064" providerId="LiveId" clId="{EF14E3F2-EDDA-4466-A1E5-8204D30344E0}" dt="2025-12-06T22:12:55.755" v="3177" actId="1036"/>
          <ac:spMkLst>
            <pc:docMk/>
            <pc:sldMk cId="2533446015" sldId="348"/>
            <ac:spMk id="119" creationId="{1EB05496-3B74-4A26-BBCB-EB0AFAB447F9}"/>
          </ac:spMkLst>
        </pc:spChg>
        <pc:spChg chg="mod">
          <ac:chgData name="Norbert Monfort" userId="313eecee9035a064" providerId="LiveId" clId="{EF14E3F2-EDDA-4466-A1E5-8204D30344E0}" dt="2025-12-06T22:12:55.755" v="3177" actId="1036"/>
          <ac:spMkLst>
            <pc:docMk/>
            <pc:sldMk cId="2533446015" sldId="348"/>
            <ac:spMk id="120" creationId="{3701B1B8-F45D-43A4-8875-8552208DBC51}"/>
          </ac:spMkLst>
        </pc:spChg>
        <pc:spChg chg="mod">
          <ac:chgData name="Norbert Monfort" userId="313eecee9035a064" providerId="LiveId" clId="{EF14E3F2-EDDA-4466-A1E5-8204D30344E0}" dt="2025-12-06T22:12:55.755" v="3177" actId="1036"/>
          <ac:spMkLst>
            <pc:docMk/>
            <pc:sldMk cId="2533446015" sldId="348"/>
            <ac:spMk id="121" creationId="{478B6CAE-4ACC-4DB7-966B-75D63F104305}"/>
          </ac:spMkLst>
        </pc:spChg>
        <pc:spChg chg="mod">
          <ac:chgData name="Norbert Monfort" userId="313eecee9035a064" providerId="LiveId" clId="{EF14E3F2-EDDA-4466-A1E5-8204D30344E0}" dt="2025-12-06T22:12:55.755" v="3177" actId="1036"/>
          <ac:spMkLst>
            <pc:docMk/>
            <pc:sldMk cId="2533446015" sldId="348"/>
            <ac:spMk id="124" creationId="{0C337B48-297F-4094-88E9-5D182807249E}"/>
          </ac:spMkLst>
        </pc:spChg>
        <pc:spChg chg="mod">
          <ac:chgData name="Norbert Monfort" userId="313eecee9035a064" providerId="LiveId" clId="{EF14E3F2-EDDA-4466-A1E5-8204D30344E0}" dt="2025-12-06T22:12:55.755" v="3177" actId="1036"/>
          <ac:spMkLst>
            <pc:docMk/>
            <pc:sldMk cId="2533446015" sldId="348"/>
            <ac:spMk id="152" creationId="{D3B7922D-A3B8-4E3F-BD09-CA95551D7731}"/>
          </ac:spMkLst>
        </pc:spChg>
      </pc:sldChg>
      <pc:sldChg chg="modSp add mod">
        <pc:chgData name="Norbert Monfort" userId="313eecee9035a064" providerId="LiveId" clId="{EF14E3F2-EDDA-4466-A1E5-8204D30344E0}" dt="2025-12-07T19:10:00.634" v="6650" actId="20577"/>
        <pc:sldMkLst>
          <pc:docMk/>
          <pc:sldMk cId="1677408485" sldId="349"/>
        </pc:sldMkLst>
        <pc:spChg chg="mod">
          <ac:chgData name="Norbert Monfort" userId="313eecee9035a064" providerId="LiveId" clId="{EF14E3F2-EDDA-4466-A1E5-8204D30344E0}" dt="2025-12-07T19:10:00.634" v="6650" actId="20577"/>
          <ac:spMkLst>
            <pc:docMk/>
            <pc:sldMk cId="1677408485" sldId="349"/>
            <ac:spMk id="3" creationId="{00000000-0000-0000-0000-000000000000}"/>
          </ac:spMkLst>
        </pc:spChg>
      </pc:sldChg>
      <pc:sldChg chg="add">
        <pc:chgData name="Norbert Monfort" userId="313eecee9035a064" providerId="LiveId" clId="{EF14E3F2-EDDA-4466-A1E5-8204D30344E0}" dt="2025-12-06T20:13:26.074" v="1441"/>
        <pc:sldMkLst>
          <pc:docMk/>
          <pc:sldMk cId="2051527395" sldId="350"/>
        </pc:sldMkLst>
      </pc:sldChg>
      <pc:sldChg chg="addSp delSp modSp new mod setBg">
        <pc:chgData name="Norbert Monfort" userId="313eecee9035a064" providerId="LiveId" clId="{EF14E3F2-EDDA-4466-A1E5-8204D30344E0}" dt="2025-12-06T23:57:09.764" v="6463" actId="14100"/>
        <pc:sldMkLst>
          <pc:docMk/>
          <pc:sldMk cId="2588312768" sldId="351"/>
        </pc:sldMkLst>
        <pc:spChg chg="mod">
          <ac:chgData name="Norbert Monfort" userId="313eecee9035a064" providerId="LiveId" clId="{EF14E3F2-EDDA-4466-A1E5-8204D30344E0}" dt="2025-12-06T21:41:07.348" v="1818" actId="1076"/>
          <ac:spMkLst>
            <pc:docMk/>
            <pc:sldMk cId="2588312768" sldId="351"/>
            <ac:spMk id="2" creationId="{7E679854-B42B-33C8-C031-A6397D4467CF}"/>
          </ac:spMkLst>
        </pc:spChg>
        <pc:spChg chg="add del mod">
          <ac:chgData name="Norbert Monfort" userId="313eecee9035a064" providerId="LiveId" clId="{EF14E3F2-EDDA-4466-A1E5-8204D30344E0}" dt="2025-12-06T23:57:09.764" v="6463" actId="14100"/>
          <ac:spMkLst>
            <pc:docMk/>
            <pc:sldMk cId="2588312768" sldId="351"/>
            <ac:spMk id="3" creationId="{A828C8FF-77CC-4888-BB12-018041A4D97A}"/>
          </ac:spMkLst>
        </pc:spChg>
        <pc:spChg chg="add del">
          <ac:chgData name="Norbert Monfort" userId="313eecee9035a064" providerId="LiveId" clId="{EF14E3F2-EDDA-4466-A1E5-8204D30344E0}" dt="2025-12-06T20:18:44.145" v="1578" actId="26606"/>
          <ac:spMkLst>
            <pc:docMk/>
            <pc:sldMk cId="2588312768" sldId="351"/>
            <ac:spMk id="25" creationId="{66D61E08-70C3-48D8-BEA0-787111DC30DA}"/>
          </ac:spMkLst>
        </pc:spChg>
        <pc:spChg chg="add del">
          <ac:chgData name="Norbert Monfort" userId="313eecee9035a064" providerId="LiveId" clId="{EF14E3F2-EDDA-4466-A1E5-8204D30344E0}" dt="2025-12-06T20:18:44.145" v="1578" actId="26606"/>
          <ac:spMkLst>
            <pc:docMk/>
            <pc:sldMk cId="2588312768" sldId="351"/>
            <ac:spMk id="27" creationId="{FC55298F-0AE5-478E-AD2B-03C2614C5833}"/>
          </ac:spMkLst>
        </pc:spChg>
        <pc:spChg chg="add del">
          <ac:chgData name="Norbert Monfort" userId="313eecee9035a064" providerId="LiveId" clId="{EF14E3F2-EDDA-4466-A1E5-8204D30344E0}" dt="2025-12-06T20:18:44.145" v="1578" actId="26606"/>
          <ac:spMkLst>
            <pc:docMk/>
            <pc:sldMk cId="2588312768" sldId="351"/>
            <ac:spMk id="29" creationId="{C180E4EA-0B63-4779-A895-7E90E71088F3}"/>
          </ac:spMkLst>
        </pc:spChg>
        <pc:spChg chg="add del">
          <ac:chgData name="Norbert Monfort" userId="313eecee9035a064" providerId="LiveId" clId="{EF14E3F2-EDDA-4466-A1E5-8204D30344E0}" dt="2025-12-06T20:18:44.145" v="1578" actId="26606"/>
          <ac:spMkLst>
            <pc:docMk/>
            <pc:sldMk cId="2588312768" sldId="351"/>
            <ac:spMk id="31" creationId="{CEE01D9D-3DE8-4EED-B0D3-8F3C79CC7673}"/>
          </ac:spMkLst>
        </pc:spChg>
        <pc:spChg chg="add del">
          <ac:chgData name="Norbert Monfort" userId="313eecee9035a064" providerId="LiveId" clId="{EF14E3F2-EDDA-4466-A1E5-8204D30344E0}" dt="2025-12-06T20:18:44.145" v="1578" actId="26606"/>
          <ac:spMkLst>
            <pc:docMk/>
            <pc:sldMk cId="2588312768" sldId="351"/>
            <ac:spMk id="33" creationId="{89AF5CE9-607F-43F4-8983-DCD6DA4051FD}"/>
          </ac:spMkLst>
        </pc:spChg>
        <pc:spChg chg="add del">
          <ac:chgData name="Norbert Monfort" userId="313eecee9035a064" providerId="LiveId" clId="{EF14E3F2-EDDA-4466-A1E5-8204D30344E0}" dt="2025-12-06T20:18:44.145" v="1578" actId="26606"/>
          <ac:spMkLst>
            <pc:docMk/>
            <pc:sldMk cId="2588312768" sldId="351"/>
            <ac:spMk id="35" creationId="{6EEA2DBD-9E1E-4521-8C01-F32AD18A89E3}"/>
          </ac:spMkLst>
        </pc:spChg>
        <pc:spChg chg="add del">
          <ac:chgData name="Norbert Monfort" userId="313eecee9035a064" providerId="LiveId" clId="{EF14E3F2-EDDA-4466-A1E5-8204D30344E0}" dt="2025-12-06T20:18:44.145" v="1578" actId="26606"/>
          <ac:spMkLst>
            <pc:docMk/>
            <pc:sldMk cId="2588312768" sldId="351"/>
            <ac:spMk id="37" creationId="{15BBD2C1-BA9B-46A9-A27A-33498B169272}"/>
          </ac:spMkLst>
        </pc:spChg>
        <pc:spChg chg="add">
          <ac:chgData name="Norbert Monfort" userId="313eecee9035a064" providerId="LiveId" clId="{EF14E3F2-EDDA-4466-A1E5-8204D30344E0}" dt="2025-12-06T20:23:11.904" v="1580" actId="26606"/>
          <ac:spMkLst>
            <pc:docMk/>
            <pc:sldMk cId="2588312768" sldId="351"/>
            <ac:spMk id="1035" creationId="{3F088236-D655-4F88-B238-E16762358025}"/>
          </ac:spMkLst>
        </pc:spChg>
        <pc:spChg chg="add">
          <ac:chgData name="Norbert Monfort" userId="313eecee9035a064" providerId="LiveId" clId="{EF14E3F2-EDDA-4466-A1E5-8204D30344E0}" dt="2025-12-06T20:23:11.904" v="1580" actId="26606"/>
          <ac:spMkLst>
            <pc:docMk/>
            <pc:sldMk cId="2588312768" sldId="351"/>
            <ac:spMk id="1037" creationId="{3DAC0C92-199E-475C-9390-119A9B027276}"/>
          </ac:spMkLst>
        </pc:spChg>
        <pc:spChg chg="add">
          <ac:chgData name="Norbert Monfort" userId="313eecee9035a064" providerId="LiveId" clId="{EF14E3F2-EDDA-4466-A1E5-8204D30344E0}" dt="2025-12-06T20:23:11.904" v="1580" actId="26606"/>
          <ac:spMkLst>
            <pc:docMk/>
            <pc:sldMk cId="2588312768" sldId="351"/>
            <ac:spMk id="1039" creationId="{C4CFB339-0ED8-4FE2-9EF1-6D1375B8499B}"/>
          </ac:spMkLst>
        </pc:spChg>
        <pc:spChg chg="add">
          <ac:chgData name="Norbert Monfort" userId="313eecee9035a064" providerId="LiveId" clId="{EF14E3F2-EDDA-4466-A1E5-8204D30344E0}" dt="2025-12-06T20:23:11.904" v="1580" actId="26606"/>
          <ac:spMkLst>
            <pc:docMk/>
            <pc:sldMk cId="2588312768" sldId="351"/>
            <ac:spMk id="1041" creationId="{31896C80-2069-4431-9C19-83B913734490}"/>
          </ac:spMkLst>
        </pc:spChg>
        <pc:spChg chg="add">
          <ac:chgData name="Norbert Monfort" userId="313eecee9035a064" providerId="LiveId" clId="{EF14E3F2-EDDA-4466-A1E5-8204D30344E0}" dt="2025-12-06T20:23:11.904" v="1580" actId="26606"/>
          <ac:spMkLst>
            <pc:docMk/>
            <pc:sldMk cId="2588312768" sldId="351"/>
            <ac:spMk id="1043" creationId="{BF120A21-0841-4823-B0C4-28AEBCEF9B78}"/>
          </ac:spMkLst>
        </pc:spChg>
        <pc:spChg chg="add">
          <ac:chgData name="Norbert Monfort" userId="313eecee9035a064" providerId="LiveId" clId="{EF14E3F2-EDDA-4466-A1E5-8204D30344E0}" dt="2025-12-06T20:23:11.904" v="1580" actId="26606"/>
          <ac:spMkLst>
            <pc:docMk/>
            <pc:sldMk cId="2588312768" sldId="351"/>
            <ac:spMk id="1045" creationId="{DBB05BAE-BBD3-4289-899F-A6851503C6B0}"/>
          </ac:spMkLst>
        </pc:spChg>
        <pc:spChg chg="add">
          <ac:chgData name="Norbert Monfort" userId="313eecee9035a064" providerId="LiveId" clId="{EF14E3F2-EDDA-4466-A1E5-8204D30344E0}" dt="2025-12-06T20:23:11.904" v="1580" actId="26606"/>
          <ac:spMkLst>
            <pc:docMk/>
            <pc:sldMk cId="2588312768" sldId="351"/>
            <ac:spMk id="1047" creationId="{9874D11C-36F5-4BBE-A490-019A54E953B0}"/>
          </ac:spMkLst>
        </pc:spChg>
        <pc:picChg chg="add del">
          <ac:chgData name="Norbert Monfort" userId="313eecee9035a064" providerId="LiveId" clId="{EF14E3F2-EDDA-4466-A1E5-8204D30344E0}" dt="2025-12-06T20:18:44.145" v="1578" actId="26606"/>
          <ac:picMkLst>
            <pc:docMk/>
            <pc:sldMk cId="2588312768" sldId="351"/>
            <ac:picMk id="5" creationId="{600E8EAB-A882-7E6B-88DB-3EC9FCD8CE11}"/>
          </ac:picMkLst>
        </pc:picChg>
        <pc:picChg chg="add mod ord">
          <ac:chgData name="Norbert Monfort" userId="313eecee9035a064" providerId="LiveId" clId="{EF14E3F2-EDDA-4466-A1E5-8204D30344E0}" dt="2025-12-06T20:23:11.904" v="1580" actId="26606"/>
          <ac:picMkLst>
            <pc:docMk/>
            <pc:sldMk cId="2588312768" sldId="351"/>
            <ac:picMk id="1026" creationId="{31290533-0D64-CCF9-CC5C-2C9208BB3B62}"/>
          </ac:picMkLst>
        </pc:picChg>
      </pc:sldChg>
      <pc:sldChg chg="add">
        <pc:chgData name="Norbert Monfort" userId="313eecee9035a064" providerId="LiveId" clId="{EF14E3F2-EDDA-4466-A1E5-8204D30344E0}" dt="2025-12-06T21:49:57.719" v="1865"/>
        <pc:sldMkLst>
          <pc:docMk/>
          <pc:sldMk cId="3913393394" sldId="352"/>
        </pc:sldMkLst>
      </pc:sldChg>
      <pc:sldChg chg="delSp modSp new mod">
        <pc:chgData name="Norbert Monfort" userId="313eecee9035a064" providerId="LiveId" clId="{EF14E3F2-EDDA-4466-A1E5-8204D30344E0}" dt="2025-12-06T22:54:05.897" v="5892" actId="1076"/>
        <pc:sldMkLst>
          <pc:docMk/>
          <pc:sldMk cId="3071367173" sldId="353"/>
        </pc:sldMkLst>
        <pc:spChg chg="mod">
          <ac:chgData name="Norbert Monfort" userId="313eecee9035a064" providerId="LiveId" clId="{EF14E3F2-EDDA-4466-A1E5-8204D30344E0}" dt="2025-12-06T22:54:05.897" v="5892" actId="1076"/>
          <ac:spMkLst>
            <pc:docMk/>
            <pc:sldMk cId="3071367173" sldId="353"/>
            <ac:spMk id="2" creationId="{7996962F-2B6F-F0BB-D06F-DBB55A55669E}"/>
          </ac:spMkLst>
        </pc:spChg>
        <pc:spChg chg="del">
          <ac:chgData name="Norbert Monfort" userId="313eecee9035a064" providerId="LiveId" clId="{EF14E3F2-EDDA-4466-A1E5-8204D30344E0}" dt="2025-12-06T22:51:51.910" v="5711" actId="478"/>
          <ac:spMkLst>
            <pc:docMk/>
            <pc:sldMk cId="3071367173" sldId="353"/>
            <ac:spMk id="3" creationId="{5FBD2AEA-3672-C2FB-7645-E848109F8448}"/>
          </ac:spMkLst>
        </pc:spChg>
      </pc:sldChg>
      <pc:sldChg chg="modSp add mod">
        <pc:chgData name="Norbert Monfort" userId="313eecee9035a064" providerId="LiveId" clId="{EF14E3F2-EDDA-4466-A1E5-8204D30344E0}" dt="2025-12-06T23:03:02.744" v="6074" actId="15"/>
        <pc:sldMkLst>
          <pc:docMk/>
          <pc:sldMk cId="4186956430" sldId="354"/>
        </pc:sldMkLst>
        <pc:spChg chg="mod">
          <ac:chgData name="Norbert Monfort" userId="313eecee9035a064" providerId="LiveId" clId="{EF14E3F2-EDDA-4466-A1E5-8204D30344E0}" dt="2025-12-06T23:00:41.565" v="6046" actId="20577"/>
          <ac:spMkLst>
            <pc:docMk/>
            <pc:sldMk cId="4186956430" sldId="354"/>
            <ac:spMk id="2" creationId="{60BCD861-4C61-172A-6749-5F8293FCF776}"/>
          </ac:spMkLst>
        </pc:spChg>
        <pc:spChg chg="mod">
          <ac:chgData name="Norbert Monfort" userId="313eecee9035a064" providerId="LiveId" clId="{EF14E3F2-EDDA-4466-A1E5-8204D30344E0}" dt="2025-12-06T23:03:02.744" v="6074" actId="15"/>
          <ac:spMkLst>
            <pc:docMk/>
            <pc:sldMk cId="4186956430" sldId="354"/>
            <ac:spMk id="3" creationId="{B983236E-77A6-ECBB-488B-FCC6A4F280BB}"/>
          </ac:spMkLst>
        </pc:spChg>
      </pc:sldChg>
      <pc:sldChg chg="modSp add mod">
        <pc:chgData name="Norbert Monfort" userId="313eecee9035a064" providerId="LiveId" clId="{EF14E3F2-EDDA-4466-A1E5-8204D30344E0}" dt="2025-12-06T23:09:56.580" v="6158" actId="11"/>
        <pc:sldMkLst>
          <pc:docMk/>
          <pc:sldMk cId="1090574893" sldId="355"/>
        </pc:sldMkLst>
        <pc:spChg chg="mod">
          <ac:chgData name="Norbert Monfort" userId="313eecee9035a064" providerId="LiveId" clId="{EF14E3F2-EDDA-4466-A1E5-8204D30344E0}" dt="2025-12-06T23:09:35.199" v="6155" actId="20577"/>
          <ac:spMkLst>
            <pc:docMk/>
            <pc:sldMk cId="1090574893" sldId="355"/>
            <ac:spMk id="2" creationId="{D6C34B90-0590-AC71-A2CD-A6143F54EAA2}"/>
          </ac:spMkLst>
        </pc:spChg>
        <pc:spChg chg="mod">
          <ac:chgData name="Norbert Monfort" userId="313eecee9035a064" providerId="LiveId" clId="{EF14E3F2-EDDA-4466-A1E5-8204D30344E0}" dt="2025-12-06T23:09:56.580" v="6158" actId="11"/>
          <ac:spMkLst>
            <pc:docMk/>
            <pc:sldMk cId="1090574893" sldId="355"/>
            <ac:spMk id="3" creationId="{A12F41DA-744B-626F-B2FD-3C6C4DA5FDAA}"/>
          </ac:spMkLst>
        </pc:spChg>
      </pc:sldChg>
      <pc:sldChg chg="modSp add mod ord">
        <pc:chgData name="Norbert Monfort" userId="313eecee9035a064" providerId="LiveId" clId="{EF14E3F2-EDDA-4466-A1E5-8204D30344E0}" dt="2025-12-06T23:09:31.381" v="6153"/>
        <pc:sldMkLst>
          <pc:docMk/>
          <pc:sldMk cId="4679438" sldId="356"/>
        </pc:sldMkLst>
        <pc:spChg chg="mod">
          <ac:chgData name="Norbert Monfort" userId="313eecee9035a064" providerId="LiveId" clId="{EF14E3F2-EDDA-4466-A1E5-8204D30344E0}" dt="2025-12-06T23:09:19.634" v="6151" actId="27636"/>
          <ac:spMkLst>
            <pc:docMk/>
            <pc:sldMk cId="4679438" sldId="356"/>
            <ac:spMk id="3" creationId="{BADA680E-EFBF-4963-6AB7-124B49889D1A}"/>
          </ac:spMkLst>
        </pc:spChg>
      </pc:sldChg>
      <pc:sldChg chg="add del">
        <pc:chgData name="Norbert Monfort" userId="313eecee9035a064" providerId="LiveId" clId="{EF14E3F2-EDDA-4466-A1E5-8204D30344E0}" dt="2025-12-06T23:16:39.381" v="6406" actId="47"/>
        <pc:sldMkLst>
          <pc:docMk/>
          <pc:sldMk cId="70773916" sldId="357"/>
        </pc:sldMkLst>
      </pc:sldChg>
      <pc:sldChg chg="add del">
        <pc:chgData name="Norbert Monfort" userId="313eecee9035a064" providerId="LiveId" clId="{EF14E3F2-EDDA-4466-A1E5-8204D30344E0}" dt="2025-12-06T23:10:44.533" v="6161"/>
        <pc:sldMkLst>
          <pc:docMk/>
          <pc:sldMk cId="2371841011" sldId="358"/>
        </pc:sldMkLst>
      </pc:sldChg>
    </pc:docChg>
  </pc:docChgLst>
  <pc:docChgLst>
    <pc:chgData name="Norbert Monfort" userId="313eecee9035a064" providerId="LiveId" clId="{15425841-C982-429B-B7C0-0A0A16AD197C}"/>
    <pc:docChg chg="custSel addSld delSld modSld">
      <pc:chgData name="Norbert Monfort" userId="313eecee9035a064" providerId="LiveId" clId="{15425841-C982-429B-B7C0-0A0A16AD197C}" dt="2021-08-17T01:31:30.542" v="12" actId="20577"/>
      <pc:docMkLst>
        <pc:docMk/>
      </pc:docMkLst>
      <pc:sldChg chg="del">
        <pc:chgData name="Norbert Monfort" userId="313eecee9035a064" providerId="LiveId" clId="{15425841-C982-429B-B7C0-0A0A16AD197C}" dt="2021-08-17T01:29:47.462" v="1" actId="47"/>
        <pc:sldMkLst>
          <pc:docMk/>
          <pc:sldMk cId="1945671558" sldId="329"/>
        </pc:sldMkLst>
      </pc:sldChg>
      <pc:sldChg chg="del">
        <pc:chgData name="Norbert Monfort" userId="313eecee9035a064" providerId="LiveId" clId="{15425841-C982-429B-B7C0-0A0A16AD197C}" dt="2021-08-17T01:29:48.165" v="2" actId="47"/>
        <pc:sldMkLst>
          <pc:docMk/>
          <pc:sldMk cId="212225545" sldId="337"/>
        </pc:sldMkLst>
      </pc:sldChg>
      <pc:sldChg chg="del">
        <pc:chgData name="Norbert Monfort" userId="313eecee9035a064" providerId="LiveId" clId="{15425841-C982-429B-B7C0-0A0A16AD197C}" dt="2021-08-17T01:29:48.899" v="3" actId="47"/>
        <pc:sldMkLst>
          <pc:docMk/>
          <pc:sldMk cId="2599709781" sldId="338"/>
        </pc:sldMkLst>
      </pc:sldChg>
      <pc:sldChg chg="modSp mod">
        <pc:chgData name="Norbert Monfort" userId="313eecee9035a064" providerId="LiveId" clId="{15425841-C982-429B-B7C0-0A0A16AD197C}" dt="2021-08-17T01:30:56.652" v="4" actId="33524"/>
        <pc:sldMkLst>
          <pc:docMk/>
          <pc:sldMk cId="577690363" sldId="343"/>
        </pc:sldMkLst>
      </pc:sldChg>
      <pc:sldChg chg="modSp add mod">
        <pc:chgData name="Norbert Monfort" userId="313eecee9035a064" providerId="LiveId" clId="{15425841-C982-429B-B7C0-0A0A16AD197C}" dt="2021-08-17T01:31:30.542" v="12" actId="20577"/>
        <pc:sldMkLst>
          <pc:docMk/>
          <pc:sldMk cId="517719048" sldId="344"/>
        </pc:sldMkLst>
      </pc:sldChg>
      <pc:sldChg chg="add">
        <pc:chgData name="Norbert Monfort" userId="313eecee9035a064" providerId="LiveId" clId="{15425841-C982-429B-B7C0-0A0A16AD197C}" dt="2021-08-17T01:29:42.180" v="0"/>
        <pc:sldMkLst>
          <pc:docMk/>
          <pc:sldMk cId="3918603474" sldId="345"/>
        </pc:sldMkLst>
      </pc:sldChg>
      <pc:sldChg chg="add">
        <pc:chgData name="Norbert Monfort" userId="313eecee9035a064" providerId="LiveId" clId="{15425841-C982-429B-B7C0-0A0A16AD197C}" dt="2021-08-17T01:29:42.180" v="0"/>
        <pc:sldMkLst>
          <pc:docMk/>
          <pc:sldMk cId="1558688898" sldId="346"/>
        </pc:sldMkLst>
      </pc:sldChg>
    </pc:docChg>
  </pc:docChgLst>
  <pc:docChgLst>
    <pc:chgData name="Norbert" userId="13a84aff-5f69-46e2-abae-0f1336404e4a" providerId="ADAL" clId="{B413047E-662A-40E4-887A-3CE94511BB79}"/>
    <pc:docChg chg="undo custSel addSld delSld modSld sldOrd">
      <pc:chgData name="Norbert" userId="13a84aff-5f69-46e2-abae-0f1336404e4a" providerId="ADAL" clId="{B413047E-662A-40E4-887A-3CE94511BB79}" dt="2020-11-01T01:03:51.590" v="8583" actId="20577"/>
      <pc:docMkLst>
        <pc:docMk/>
      </pc:docMkLst>
      <pc:sldChg chg="modSp mod">
        <pc:chgData name="Norbert" userId="13a84aff-5f69-46e2-abae-0f1336404e4a" providerId="ADAL" clId="{B413047E-662A-40E4-887A-3CE94511BB79}" dt="2020-10-31T20:45:42.249" v="3075" actId="20577"/>
        <pc:sldMkLst>
          <pc:docMk/>
          <pc:sldMk cId="28337986" sldId="256"/>
        </pc:sldMkLst>
      </pc:sldChg>
      <pc:sldChg chg="addSp delSp modSp mod">
        <pc:chgData name="Norbert" userId="13a84aff-5f69-46e2-abae-0f1336404e4a" providerId="ADAL" clId="{B413047E-662A-40E4-887A-3CE94511BB79}" dt="2020-11-01T01:03:17.841" v="8556" actId="20577"/>
        <pc:sldMkLst>
          <pc:docMk/>
          <pc:sldMk cId="2979180865" sldId="267"/>
        </pc:sldMkLst>
      </pc:sldChg>
      <pc:sldChg chg="del">
        <pc:chgData name="Norbert" userId="13a84aff-5f69-46e2-abae-0f1336404e4a" providerId="ADAL" clId="{B413047E-662A-40E4-887A-3CE94511BB79}" dt="2020-10-31T19:42:56.441" v="72" actId="47"/>
        <pc:sldMkLst>
          <pc:docMk/>
          <pc:sldMk cId="4104950337" sldId="268"/>
        </pc:sldMkLst>
      </pc:sldChg>
      <pc:sldChg chg="ord">
        <pc:chgData name="Norbert" userId="13a84aff-5f69-46e2-abae-0f1336404e4a" providerId="ADAL" clId="{B413047E-662A-40E4-887A-3CE94511BB79}" dt="2020-10-31T21:13:47.682" v="5203"/>
        <pc:sldMkLst>
          <pc:docMk/>
          <pc:sldMk cId="3270768978" sldId="269"/>
        </pc:sldMkLst>
      </pc:sldChg>
      <pc:sldChg chg="del">
        <pc:chgData name="Norbert" userId="13a84aff-5f69-46e2-abae-0f1336404e4a" providerId="ADAL" clId="{B413047E-662A-40E4-887A-3CE94511BB79}" dt="2020-10-31T19:43:07.144" v="89" actId="47"/>
        <pc:sldMkLst>
          <pc:docMk/>
          <pc:sldMk cId="2386148187" sldId="305"/>
        </pc:sldMkLst>
      </pc:sldChg>
      <pc:sldChg chg="del">
        <pc:chgData name="Norbert" userId="13a84aff-5f69-46e2-abae-0f1336404e4a" providerId="ADAL" clId="{B413047E-662A-40E4-887A-3CE94511BB79}" dt="2020-10-31T19:43:08.134" v="90" actId="47"/>
        <pc:sldMkLst>
          <pc:docMk/>
          <pc:sldMk cId="712465774" sldId="307"/>
        </pc:sldMkLst>
      </pc:sldChg>
      <pc:sldChg chg="modSp mod ord">
        <pc:chgData name="Norbert" userId="13a84aff-5f69-46e2-abae-0f1336404e4a" providerId="ADAL" clId="{B413047E-662A-40E4-887A-3CE94511BB79}" dt="2020-10-31T21:14:26.861" v="5207"/>
        <pc:sldMkLst>
          <pc:docMk/>
          <pc:sldMk cId="1634571853" sldId="308"/>
        </pc:sldMkLst>
      </pc:sldChg>
      <pc:sldChg chg="modSp ord">
        <pc:chgData name="Norbert" userId="13a84aff-5f69-46e2-abae-0f1336404e4a" providerId="ADAL" clId="{B413047E-662A-40E4-887A-3CE94511BB79}" dt="2020-10-31T21:14:50.010" v="5209"/>
        <pc:sldMkLst>
          <pc:docMk/>
          <pc:sldMk cId="4198869780" sldId="309"/>
        </pc:sldMkLst>
      </pc:sldChg>
      <pc:sldChg chg="modSp mod ord">
        <pc:chgData name="Norbert" userId="13a84aff-5f69-46e2-abae-0f1336404e4a" providerId="ADAL" clId="{B413047E-662A-40E4-887A-3CE94511BB79}" dt="2020-10-31T21:14:26.861" v="5207"/>
        <pc:sldMkLst>
          <pc:docMk/>
          <pc:sldMk cId="3197740682" sldId="310"/>
        </pc:sldMkLst>
      </pc:sldChg>
      <pc:sldChg chg="del">
        <pc:chgData name="Norbert" userId="13a84aff-5f69-46e2-abae-0f1336404e4a" providerId="ADAL" clId="{B413047E-662A-40E4-887A-3CE94511BB79}" dt="2020-10-31T19:42:57.411" v="73" actId="47"/>
        <pc:sldMkLst>
          <pc:docMk/>
          <pc:sldMk cId="1854486320" sldId="311"/>
        </pc:sldMkLst>
      </pc:sldChg>
      <pc:sldChg chg="del">
        <pc:chgData name="Norbert" userId="13a84aff-5f69-46e2-abae-0f1336404e4a" providerId="ADAL" clId="{B413047E-662A-40E4-887A-3CE94511BB79}" dt="2020-10-31T19:42:58.036" v="74" actId="47"/>
        <pc:sldMkLst>
          <pc:docMk/>
          <pc:sldMk cId="3316091496" sldId="312"/>
        </pc:sldMkLst>
      </pc:sldChg>
      <pc:sldChg chg="del">
        <pc:chgData name="Norbert" userId="13a84aff-5f69-46e2-abae-0f1336404e4a" providerId="ADAL" clId="{B413047E-662A-40E4-887A-3CE94511BB79}" dt="2020-10-31T19:42:58.573" v="75" actId="47"/>
        <pc:sldMkLst>
          <pc:docMk/>
          <pc:sldMk cId="294122826" sldId="313"/>
        </pc:sldMkLst>
      </pc:sldChg>
      <pc:sldChg chg="del">
        <pc:chgData name="Norbert" userId="13a84aff-5f69-46e2-abae-0f1336404e4a" providerId="ADAL" clId="{B413047E-662A-40E4-887A-3CE94511BB79}" dt="2020-10-31T19:43:08.837" v="91" actId="47"/>
        <pc:sldMkLst>
          <pc:docMk/>
          <pc:sldMk cId="3573063336" sldId="314"/>
        </pc:sldMkLst>
      </pc:sldChg>
      <pc:sldChg chg="del">
        <pc:chgData name="Norbert" userId="13a84aff-5f69-46e2-abae-0f1336404e4a" providerId="ADAL" clId="{B413047E-662A-40E4-887A-3CE94511BB79}" dt="2020-10-31T19:42:59.459" v="77" actId="47"/>
        <pc:sldMkLst>
          <pc:docMk/>
          <pc:sldMk cId="1619905710" sldId="317"/>
        </pc:sldMkLst>
      </pc:sldChg>
      <pc:sldChg chg="del">
        <pc:chgData name="Norbert" userId="13a84aff-5f69-46e2-abae-0f1336404e4a" providerId="ADAL" clId="{B413047E-662A-40E4-887A-3CE94511BB79}" dt="2020-10-31T19:43:01.334" v="81" actId="47"/>
        <pc:sldMkLst>
          <pc:docMk/>
          <pc:sldMk cId="2606549924" sldId="318"/>
        </pc:sldMkLst>
      </pc:sldChg>
      <pc:sldChg chg="del">
        <pc:chgData name="Norbert" userId="13a84aff-5f69-46e2-abae-0f1336404e4a" providerId="ADAL" clId="{B413047E-662A-40E4-887A-3CE94511BB79}" dt="2020-10-31T19:43:00.439" v="79" actId="47"/>
        <pc:sldMkLst>
          <pc:docMk/>
          <pc:sldMk cId="1410257446" sldId="319"/>
        </pc:sldMkLst>
      </pc:sldChg>
      <pc:sldChg chg="del">
        <pc:chgData name="Norbert" userId="13a84aff-5f69-46e2-abae-0f1336404e4a" providerId="ADAL" clId="{B413047E-662A-40E4-887A-3CE94511BB79}" dt="2020-10-31T19:43:00.933" v="80" actId="47"/>
        <pc:sldMkLst>
          <pc:docMk/>
          <pc:sldMk cId="4011325411" sldId="320"/>
        </pc:sldMkLst>
      </pc:sldChg>
      <pc:sldChg chg="del">
        <pc:chgData name="Norbert" userId="13a84aff-5f69-46e2-abae-0f1336404e4a" providerId="ADAL" clId="{B413047E-662A-40E4-887A-3CE94511BB79}" dt="2020-10-31T19:42:59.971" v="78" actId="47"/>
        <pc:sldMkLst>
          <pc:docMk/>
          <pc:sldMk cId="2528038603" sldId="321"/>
        </pc:sldMkLst>
      </pc:sldChg>
      <pc:sldChg chg="del">
        <pc:chgData name="Norbert" userId="13a84aff-5f69-46e2-abae-0f1336404e4a" providerId="ADAL" clId="{B413047E-662A-40E4-887A-3CE94511BB79}" dt="2020-10-31T19:42:59.020" v="76" actId="47"/>
        <pc:sldMkLst>
          <pc:docMk/>
          <pc:sldMk cId="2165615223" sldId="322"/>
        </pc:sldMkLst>
      </pc:sldChg>
      <pc:sldChg chg="del">
        <pc:chgData name="Norbert" userId="13a84aff-5f69-46e2-abae-0f1336404e4a" providerId="ADAL" clId="{B413047E-662A-40E4-887A-3CE94511BB79}" dt="2020-10-31T19:43:01.799" v="82" actId="47"/>
        <pc:sldMkLst>
          <pc:docMk/>
          <pc:sldMk cId="3502963685" sldId="326"/>
        </pc:sldMkLst>
      </pc:sldChg>
      <pc:sldChg chg="del">
        <pc:chgData name="Norbert" userId="13a84aff-5f69-46e2-abae-0f1336404e4a" providerId="ADAL" clId="{B413047E-662A-40E4-887A-3CE94511BB79}" dt="2020-10-31T19:43:05.599" v="88" actId="47"/>
        <pc:sldMkLst>
          <pc:docMk/>
          <pc:sldMk cId="394057155" sldId="327"/>
        </pc:sldMkLst>
      </pc:sldChg>
      <pc:sldChg chg="ord">
        <pc:chgData name="Norbert" userId="13a84aff-5f69-46e2-abae-0f1336404e4a" providerId="ADAL" clId="{B413047E-662A-40E4-887A-3CE94511BB79}" dt="2020-10-31T21:14:50.010" v="5209"/>
        <pc:sldMkLst>
          <pc:docMk/>
          <pc:sldMk cId="4793101" sldId="328"/>
        </pc:sldMkLst>
      </pc:sldChg>
      <pc:sldChg chg="modSp mod ord">
        <pc:chgData name="Norbert" userId="13a84aff-5f69-46e2-abae-0f1336404e4a" providerId="ADAL" clId="{B413047E-662A-40E4-887A-3CE94511BB79}" dt="2020-10-31T21:14:00.727" v="5205"/>
        <pc:sldMkLst>
          <pc:docMk/>
          <pc:sldMk cId="1945671558" sldId="329"/>
        </pc:sldMkLst>
      </pc:sldChg>
      <pc:sldChg chg="del">
        <pc:chgData name="Norbert" userId="13a84aff-5f69-46e2-abae-0f1336404e4a" providerId="ADAL" clId="{B413047E-662A-40E4-887A-3CE94511BB79}" dt="2020-10-31T19:43:02.866" v="84" actId="47"/>
        <pc:sldMkLst>
          <pc:docMk/>
          <pc:sldMk cId="1846001281" sldId="330"/>
        </pc:sldMkLst>
      </pc:sldChg>
      <pc:sldChg chg="del">
        <pc:chgData name="Norbert" userId="13a84aff-5f69-46e2-abae-0f1336404e4a" providerId="ADAL" clId="{B413047E-662A-40E4-887A-3CE94511BB79}" dt="2020-10-31T19:43:04.965" v="87" actId="47"/>
        <pc:sldMkLst>
          <pc:docMk/>
          <pc:sldMk cId="1261645872" sldId="333"/>
        </pc:sldMkLst>
      </pc:sldChg>
      <pc:sldChg chg="del">
        <pc:chgData name="Norbert" userId="13a84aff-5f69-46e2-abae-0f1336404e4a" providerId="ADAL" clId="{B413047E-662A-40E4-887A-3CE94511BB79}" dt="2020-10-31T19:43:02.274" v="83" actId="47"/>
        <pc:sldMkLst>
          <pc:docMk/>
          <pc:sldMk cId="3517949056" sldId="334"/>
        </pc:sldMkLst>
      </pc:sldChg>
      <pc:sldChg chg="del">
        <pc:chgData name="Norbert" userId="13a84aff-5f69-46e2-abae-0f1336404e4a" providerId="ADAL" clId="{B413047E-662A-40E4-887A-3CE94511BB79}" dt="2020-10-31T19:43:03.457" v="85" actId="47"/>
        <pc:sldMkLst>
          <pc:docMk/>
          <pc:sldMk cId="3043779924" sldId="335"/>
        </pc:sldMkLst>
      </pc:sldChg>
      <pc:sldChg chg="del">
        <pc:chgData name="Norbert" userId="13a84aff-5f69-46e2-abae-0f1336404e4a" providerId="ADAL" clId="{B413047E-662A-40E4-887A-3CE94511BB79}" dt="2020-10-31T19:43:04.166" v="86" actId="47"/>
        <pc:sldMkLst>
          <pc:docMk/>
          <pc:sldMk cId="2492765968" sldId="336"/>
        </pc:sldMkLst>
      </pc:sldChg>
      <pc:sldChg chg="addSp modSp mod ord">
        <pc:chgData name="Norbert" userId="13a84aff-5f69-46e2-abae-0f1336404e4a" providerId="ADAL" clId="{B413047E-662A-40E4-887A-3CE94511BB79}" dt="2020-10-31T21:14:00.727" v="5205"/>
        <pc:sldMkLst>
          <pc:docMk/>
          <pc:sldMk cId="212225545" sldId="337"/>
        </pc:sldMkLst>
      </pc:sldChg>
      <pc:sldChg chg="addSp modSp mod ord">
        <pc:chgData name="Norbert" userId="13a84aff-5f69-46e2-abae-0f1336404e4a" providerId="ADAL" clId="{B413047E-662A-40E4-887A-3CE94511BB79}" dt="2020-10-31T21:14:00.727" v="5205"/>
        <pc:sldMkLst>
          <pc:docMk/>
          <pc:sldMk cId="2599709781" sldId="338"/>
        </pc:sldMkLst>
      </pc:sldChg>
      <pc:sldChg chg="addSp delSp modSp add mod">
        <pc:chgData name="Norbert" userId="13a84aff-5f69-46e2-abae-0f1336404e4a" providerId="ADAL" clId="{B413047E-662A-40E4-887A-3CE94511BB79}" dt="2020-10-31T21:37:58.286" v="7302" actId="20577"/>
        <pc:sldMkLst>
          <pc:docMk/>
          <pc:sldMk cId="776351724" sldId="339"/>
        </pc:sldMkLst>
      </pc:sldChg>
      <pc:sldChg chg="delSp modSp add mod">
        <pc:chgData name="Norbert" userId="13a84aff-5f69-46e2-abae-0f1336404e4a" providerId="ADAL" clId="{B413047E-662A-40E4-887A-3CE94511BB79}" dt="2020-11-01T01:02:12.838" v="8508" actId="1037"/>
        <pc:sldMkLst>
          <pc:docMk/>
          <pc:sldMk cId="3712130149" sldId="340"/>
        </pc:sldMkLst>
      </pc:sldChg>
      <pc:sldChg chg="addSp modSp new mod ord">
        <pc:chgData name="Norbert" userId="13a84aff-5f69-46e2-abae-0f1336404e4a" providerId="ADAL" clId="{B413047E-662A-40E4-887A-3CE94511BB79}" dt="2020-10-31T21:12:06.815" v="5184"/>
        <pc:sldMkLst>
          <pc:docMk/>
          <pc:sldMk cId="17710162" sldId="341"/>
        </pc:sldMkLst>
      </pc:sldChg>
      <pc:sldChg chg="delSp modSp add mod ord">
        <pc:chgData name="Norbert" userId="13a84aff-5f69-46e2-abae-0f1336404e4a" providerId="ADAL" clId="{B413047E-662A-40E4-887A-3CE94511BB79}" dt="2020-11-01T00:36:34.782" v="8404" actId="20577"/>
        <pc:sldMkLst>
          <pc:docMk/>
          <pc:sldMk cId="3707837999" sldId="342"/>
        </pc:sldMkLst>
      </pc:sldChg>
      <pc:sldChg chg="modSp add mod">
        <pc:chgData name="Norbert" userId="13a84aff-5f69-46e2-abae-0f1336404e4a" providerId="ADAL" clId="{B413047E-662A-40E4-887A-3CE94511BB79}" dt="2020-11-01T01:03:51.590" v="8583" actId="20577"/>
        <pc:sldMkLst>
          <pc:docMk/>
          <pc:sldMk cId="577690363" sldId="34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CD1E3B-88E3-448C-A717-17B9C50276B8}"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03FEA9-2CAE-4839-879B-204D42C88745}" type="slidenum">
              <a:rPr lang="en-US" smtClean="0"/>
              <a:t>‹#›</a:t>
            </a:fld>
            <a:endParaRPr lang="en-US"/>
          </a:p>
        </p:txBody>
      </p:sp>
    </p:spTree>
    <p:extLst>
      <p:ext uri="{BB962C8B-B14F-4D97-AF65-F5344CB8AC3E}">
        <p14:creationId xmlns:p14="http://schemas.microsoft.com/office/powerpoint/2010/main" val="1078746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FEA9-2CAE-4839-879B-204D42C88745}" type="slidenum">
              <a:rPr lang="en-US" smtClean="0"/>
              <a:t>12</a:t>
            </a:fld>
            <a:endParaRPr lang="en-US"/>
          </a:p>
        </p:txBody>
      </p:sp>
    </p:spTree>
    <p:extLst>
      <p:ext uri="{BB962C8B-B14F-4D97-AF65-F5344CB8AC3E}">
        <p14:creationId xmlns:p14="http://schemas.microsoft.com/office/powerpoint/2010/main" val="3916094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FEA9-2CAE-4839-879B-204D42C88745}" type="slidenum">
              <a:rPr lang="en-US" smtClean="0"/>
              <a:t>21</a:t>
            </a:fld>
            <a:endParaRPr lang="en-US"/>
          </a:p>
        </p:txBody>
      </p:sp>
    </p:spTree>
    <p:extLst>
      <p:ext uri="{BB962C8B-B14F-4D97-AF65-F5344CB8AC3E}">
        <p14:creationId xmlns:p14="http://schemas.microsoft.com/office/powerpoint/2010/main" val="3001174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47C318-A4E0-4E50-B7C3-581B97AB1973}"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3437476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7C318-A4E0-4E50-B7C3-581B97AB1973}"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3659107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47C318-A4E0-4E50-B7C3-581B97AB1973}"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2145119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47C318-A4E0-4E50-B7C3-581B97AB1973}"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1334318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47C318-A4E0-4E50-B7C3-581B97AB1973}"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412705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47C318-A4E0-4E50-B7C3-581B97AB1973}"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369922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47C318-A4E0-4E50-B7C3-581B97AB1973}" type="datetimeFigureOut">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1605678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447C318-A4E0-4E50-B7C3-581B97AB1973}"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2662036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447C318-A4E0-4E50-B7C3-581B97AB1973}"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1719754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47C318-A4E0-4E50-B7C3-581B97AB1973}"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2828486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47C318-A4E0-4E50-B7C3-581B97AB1973}"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5B5D1-C66B-47DD-B428-36A6A64B076E}"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73769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47C318-A4E0-4E50-B7C3-581B97AB1973}"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542739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47C318-A4E0-4E50-B7C3-581B97AB1973}"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5B5D1-C66B-47DD-B428-36A6A64B076E}"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799548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47C318-A4E0-4E50-B7C3-581B97AB1973}"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33186175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7C318-A4E0-4E50-B7C3-581B97AB1973}"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28026259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7C318-A4E0-4E50-B7C3-581B97AB1973}"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5B5D1-C66B-47DD-B428-36A6A64B076E}" type="slidenum">
              <a:rPr lang="en-US" smtClean="0"/>
              <a:t>‹#›</a:t>
            </a:fld>
            <a:endParaRPr lang="en-US"/>
          </a:p>
        </p:txBody>
      </p:sp>
    </p:spTree>
    <p:extLst>
      <p:ext uri="{BB962C8B-B14F-4D97-AF65-F5344CB8AC3E}">
        <p14:creationId xmlns:p14="http://schemas.microsoft.com/office/powerpoint/2010/main" val="2903960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447C318-A4E0-4E50-B7C3-581B97AB1973}" type="datetimeFigureOut">
              <a:rPr lang="en-US" smtClean="0"/>
              <a:t>12/7/2025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B15B5D1-C66B-47DD-B428-36A6A64B076E}" type="slidenum">
              <a:rPr lang="en-US" smtClean="0"/>
              <a:t>‹#›</a:t>
            </a:fld>
            <a:endParaRPr lang="en-US"/>
          </a:p>
        </p:txBody>
      </p:sp>
    </p:spTree>
    <p:extLst>
      <p:ext uri="{BB962C8B-B14F-4D97-AF65-F5344CB8AC3E}">
        <p14:creationId xmlns:p14="http://schemas.microsoft.com/office/powerpoint/2010/main" val="25160598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12"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2.png"/><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3.jpeg"/><Relationship Id="rId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5.jpeg"/><Relationship Id="rId12" Type="http://schemas.openxmlformats.org/officeDocument/2006/relationships/image" Target="../media/image13.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9.png"/><Relationship Id="rId5" Type="http://schemas.openxmlformats.org/officeDocument/2006/relationships/image" Target="../media/image7.png"/><Relationship Id="rId10"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clouducate/awsvpcb/raw/refs/heads/main/awsvpcb-scripts.zip" TargetMode="External"/><Relationship Id="rId2" Type="http://schemas.openxmlformats.org/officeDocument/2006/relationships/hyperlink" Target="https://github.com/clouducate/awsvpcb/raw/refs/heads/main/awsvpcb-setup%20instructions.docx"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rainforest.awsvpcb.edu/" TargetMode="External"/><Relationship Id="rId2" Type="http://schemas.openxmlformats.org/officeDocument/2006/relationships/hyperlink" Target="http://myfiu.awsvpcb.edu/"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clouducate/awsvpcb/raw/refs/heads/main/awsvpcb-student-setup%20instructions.docx"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5.jpeg"/><Relationship Id="rId12"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2.png"/><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4859" y="844751"/>
            <a:ext cx="10383049" cy="3445925"/>
          </a:xfrm>
        </p:spPr>
        <p:txBody>
          <a:bodyPr/>
          <a:lstStyle/>
          <a:p>
            <a:pPr algn="l"/>
            <a:r>
              <a:rPr lang="en-US" sz="6000" dirty="0" err="1"/>
              <a:t>Clouducate</a:t>
            </a:r>
            <a:br>
              <a:rPr lang="en-US" sz="6000" dirty="0"/>
            </a:br>
            <a:r>
              <a:rPr lang="en-US" sz="4000" b="1" dirty="0"/>
              <a:t>Enabling Cloud-based IT Hands-on Education</a:t>
            </a:r>
            <a:endParaRPr lang="en-US" b="1" dirty="0"/>
          </a:p>
        </p:txBody>
      </p:sp>
      <p:sp>
        <p:nvSpPr>
          <p:cNvPr id="3" name="Subtitle 2"/>
          <p:cNvSpPr>
            <a:spLocks noGrp="1"/>
          </p:cNvSpPr>
          <p:nvPr>
            <p:ph type="subTitle" idx="1"/>
          </p:nvPr>
        </p:nvSpPr>
        <p:spPr>
          <a:xfrm>
            <a:off x="424859" y="4290676"/>
            <a:ext cx="7766936" cy="591505"/>
          </a:xfrm>
        </p:spPr>
        <p:txBody>
          <a:bodyPr/>
          <a:lstStyle/>
          <a:p>
            <a:pPr algn="l"/>
            <a:r>
              <a:rPr lang="en-US" dirty="0"/>
              <a:t>Norbert Monfort &amp; Robert Fortunato</a:t>
            </a:r>
          </a:p>
        </p:txBody>
      </p:sp>
    </p:spTree>
    <p:extLst>
      <p:ext uri="{BB962C8B-B14F-4D97-AF65-F5344CB8AC3E}">
        <p14:creationId xmlns:p14="http://schemas.microsoft.com/office/powerpoint/2010/main" val="28337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18,000+ Cloud Computing Education Stock Photos, Pictures &amp; Royalty-Free  Images - iStock">
            <a:extLst>
              <a:ext uri="{FF2B5EF4-FFF2-40B4-BE49-F238E27FC236}">
                <a16:creationId xmlns:a16="http://schemas.microsoft.com/office/drawing/2014/main" id="{31290533-0D64-CCF9-CC5C-2C9208BB3B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868" r="10983" b="1"/>
          <a:stretch>
            <a:fillRect/>
          </a:stretch>
        </p:blipFill>
        <p:spPr bwMode="auto">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E679854-B42B-33C8-C031-A6397D4467CF}"/>
              </a:ext>
            </a:extLst>
          </p:cNvPr>
          <p:cNvSpPr>
            <a:spLocks noGrp="1"/>
          </p:cNvSpPr>
          <p:nvPr>
            <p:ph type="title"/>
          </p:nvPr>
        </p:nvSpPr>
        <p:spPr>
          <a:xfrm>
            <a:off x="491803" y="53009"/>
            <a:ext cx="3851123" cy="1320800"/>
          </a:xfrm>
        </p:spPr>
        <p:txBody>
          <a:bodyPr>
            <a:normAutofit/>
          </a:bodyPr>
          <a:lstStyle/>
          <a:p>
            <a:r>
              <a:rPr lang="en-US" dirty="0" err="1"/>
              <a:t>Clouducate</a:t>
            </a:r>
            <a:r>
              <a:rPr lang="en-US" dirty="0"/>
              <a:t> Overview</a:t>
            </a:r>
          </a:p>
        </p:txBody>
      </p:sp>
      <p:sp>
        <p:nvSpPr>
          <p:cNvPr id="3" name="Content Placeholder 2">
            <a:extLst>
              <a:ext uri="{FF2B5EF4-FFF2-40B4-BE49-F238E27FC236}">
                <a16:creationId xmlns:a16="http://schemas.microsoft.com/office/drawing/2014/main" id="{A828C8FF-77CC-4888-BB12-018041A4D97A}"/>
              </a:ext>
            </a:extLst>
          </p:cNvPr>
          <p:cNvSpPr>
            <a:spLocks noGrp="1"/>
          </p:cNvSpPr>
          <p:nvPr>
            <p:ph idx="1"/>
          </p:nvPr>
        </p:nvSpPr>
        <p:spPr>
          <a:xfrm>
            <a:off x="291549" y="1426820"/>
            <a:ext cx="4909930" cy="5219146"/>
          </a:xfrm>
        </p:spPr>
        <p:txBody>
          <a:bodyPr>
            <a:normAutofit lnSpcReduction="10000"/>
          </a:bodyPr>
          <a:lstStyle/>
          <a:p>
            <a:pPr marL="0" indent="0">
              <a:buNone/>
            </a:pPr>
            <a:r>
              <a:rPr lang="en-US" dirty="0"/>
              <a:t>AWSVPCB (AWS Virtual Private Cloud Builder) is a set of BASH Shell scripts designed to create a small enterprise IT-like environment in AWS to provide college-level students with hands-on experience individually working on IT problems. These scripts are now focused on the use of the AWS Academy Learner Lab but still support running outside of the AWS Academy Learner, with configuration adjustments. </a:t>
            </a:r>
          </a:p>
          <a:p>
            <a:pPr marL="0" indent="0">
              <a:buNone/>
            </a:pPr>
            <a:r>
              <a:rPr lang="en-US" dirty="0"/>
              <a:t>These scripts work in conjunction with AWS images (AMIs) with pre-loaded applications and a method for automatically changing the environment for assignment purposes. These scripts are open source and free to be used for any purpose. These scripts, the associated AMIs and applications they house make up what is called the "</a:t>
            </a:r>
            <a:r>
              <a:rPr lang="en-US" dirty="0" err="1"/>
              <a:t>Clouducate</a:t>
            </a:r>
            <a:r>
              <a:rPr lang="en-US" dirty="0"/>
              <a:t> Suite", which we continue to work on. </a:t>
            </a:r>
          </a:p>
        </p:txBody>
      </p:sp>
      <p:cxnSp>
        <p:nvCxnSpPr>
          <p:cNvPr id="1031" name="Straight Connector 103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3" name="Straight Connector 103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3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8831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126612"/>
            <a:ext cx="8596668" cy="783102"/>
          </a:xfrm>
        </p:spPr>
        <p:txBody>
          <a:bodyPr>
            <a:normAutofit/>
          </a:bodyPr>
          <a:lstStyle/>
          <a:p>
            <a:r>
              <a:rPr lang="en-US" dirty="0"/>
              <a:t>AWS Concepts &amp; Glossary</a:t>
            </a:r>
          </a:p>
        </p:txBody>
      </p:sp>
      <p:sp>
        <p:nvSpPr>
          <p:cNvPr id="3" name="Content Placeholder 2"/>
          <p:cNvSpPr>
            <a:spLocks noGrp="1"/>
          </p:cNvSpPr>
          <p:nvPr>
            <p:ph idx="1"/>
          </p:nvPr>
        </p:nvSpPr>
        <p:spPr>
          <a:xfrm>
            <a:off x="677335" y="1012875"/>
            <a:ext cx="9381065" cy="3474718"/>
          </a:xfrm>
        </p:spPr>
        <p:txBody>
          <a:bodyPr>
            <a:normAutofit/>
          </a:bodyPr>
          <a:lstStyle/>
          <a:p>
            <a:r>
              <a:rPr lang="en-US" sz="1600" u="sng" dirty="0">
                <a:solidFill>
                  <a:schemeClr val="tx1"/>
                </a:solidFill>
              </a:rPr>
              <a:t>AWS Academy </a:t>
            </a:r>
            <a:r>
              <a:rPr lang="en-US" sz="1600" dirty="0">
                <a:solidFill>
                  <a:schemeClr val="tx1"/>
                </a:solidFill>
              </a:rPr>
              <a:t>– Courses and “Learner Lab” Offering for Universities (FIU has agreement) </a:t>
            </a:r>
          </a:p>
          <a:p>
            <a:pPr lvl="1">
              <a:buFont typeface="Wingdings" panose="05000000000000000000" pitchFamily="2" charset="2"/>
              <a:buChar char="q"/>
            </a:pPr>
            <a:r>
              <a:rPr lang="en-US" sz="1400" dirty="0">
                <a:solidFill>
                  <a:schemeClr val="tx1"/>
                </a:solidFill>
              </a:rPr>
              <a:t>The “Learner Lab” offers $50 per student, and this is the preferred approach for using AWSVPCB</a:t>
            </a:r>
          </a:p>
          <a:p>
            <a:r>
              <a:rPr lang="en-US" sz="1600" u="sng" dirty="0">
                <a:solidFill>
                  <a:schemeClr val="tx1"/>
                </a:solidFill>
              </a:rPr>
              <a:t>AWS Region </a:t>
            </a:r>
            <a:r>
              <a:rPr lang="en-US" sz="1600" dirty="0">
                <a:solidFill>
                  <a:schemeClr val="tx1"/>
                </a:solidFill>
              </a:rPr>
              <a:t>– One or more AWS data centers within a nearby area (within 250 miles) – By default, AWSVPCB uses “us-east-1” as all of the AMIs are in this region</a:t>
            </a:r>
          </a:p>
          <a:p>
            <a:r>
              <a:rPr lang="en-US" sz="1600" u="sng" dirty="0">
                <a:solidFill>
                  <a:schemeClr val="tx1"/>
                </a:solidFill>
              </a:rPr>
              <a:t>AWS Availability zone </a:t>
            </a:r>
            <a:r>
              <a:rPr lang="en-US" sz="1600" dirty="0">
                <a:solidFill>
                  <a:schemeClr val="tx1"/>
                </a:solidFill>
              </a:rPr>
              <a:t>– One or more data centers within a region – AWSVPCB uses 2 AZs by default (“us-east-1A” – primary defined in </a:t>
            </a:r>
            <a:r>
              <a:rPr lang="en-US" sz="1600" dirty="0" err="1">
                <a:solidFill>
                  <a:schemeClr val="tx1"/>
                </a:solidFill>
              </a:rPr>
              <a:t>vpcb</a:t>
            </a:r>
            <a:r>
              <a:rPr lang="en-US" sz="1600" dirty="0">
                <a:solidFill>
                  <a:schemeClr val="tx1"/>
                </a:solidFill>
              </a:rPr>
              <a:t>-config and “us-east-1b” secondary defined in assignment </a:t>
            </a:r>
            <a:r>
              <a:rPr lang="en-US" sz="1600" dirty="0" err="1">
                <a:solidFill>
                  <a:schemeClr val="tx1"/>
                </a:solidFill>
              </a:rPr>
              <a:t>json</a:t>
            </a:r>
            <a:r>
              <a:rPr lang="en-US" sz="1600" dirty="0">
                <a:solidFill>
                  <a:schemeClr val="tx1"/>
                </a:solidFill>
              </a:rPr>
              <a:t> files </a:t>
            </a:r>
          </a:p>
          <a:p>
            <a:pPr lvl="0">
              <a:buClr>
                <a:srgbClr val="90C226"/>
              </a:buClr>
            </a:pPr>
            <a:r>
              <a:rPr lang="en-US" sz="1600" u="sng" dirty="0">
                <a:solidFill>
                  <a:schemeClr val="tx1"/>
                </a:solidFill>
              </a:rPr>
              <a:t>AWS VPC </a:t>
            </a:r>
            <a:r>
              <a:rPr lang="en-US" sz="1600" dirty="0">
                <a:solidFill>
                  <a:schemeClr val="tx1"/>
                </a:solidFill>
              </a:rPr>
              <a:t>(Virtual Private Cloud) – Private network within AWS includes large private address space; can span Availability zones, but not regions</a:t>
            </a:r>
          </a:p>
          <a:p>
            <a:pPr lvl="1">
              <a:buClr>
                <a:srgbClr val="90C226"/>
              </a:buClr>
              <a:buFont typeface="Wingdings" panose="05000000000000000000" pitchFamily="2" charset="2"/>
              <a:buChar char="q"/>
            </a:pPr>
            <a:r>
              <a:rPr lang="en-US" sz="1400" dirty="0">
                <a:solidFill>
                  <a:schemeClr val="tx1"/>
                </a:solidFill>
              </a:rPr>
              <a:t>Used in AWSVPCB to simulate an Enterprise environment</a:t>
            </a:r>
          </a:p>
          <a:p>
            <a:endParaRPr lang="en-US" dirty="0"/>
          </a:p>
        </p:txBody>
      </p:sp>
      <p:pic>
        <p:nvPicPr>
          <p:cNvPr id="1026" name="Picture 2" descr="&#10;    Regions and Availability Zones&#10;   ">
            <a:extLst>
              <a:ext uri="{FF2B5EF4-FFF2-40B4-BE49-F238E27FC236}">
                <a16:creationId xmlns:a16="http://schemas.microsoft.com/office/drawing/2014/main" id="{4F72016C-194E-479D-9AD3-437EDDCD5E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3338" y="4194353"/>
            <a:ext cx="4810125" cy="25532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94DA699-4A18-414D-9ED0-4C0C4D923DA2}"/>
              </a:ext>
            </a:extLst>
          </p:cNvPr>
          <p:cNvSpPr txBox="1"/>
          <p:nvPr/>
        </p:nvSpPr>
        <p:spPr>
          <a:xfrm>
            <a:off x="677335" y="4117931"/>
            <a:ext cx="6722272" cy="2790508"/>
          </a:xfrm>
          <a:prstGeom prst="rect">
            <a:avLst/>
          </a:prstGeom>
          <a:noFill/>
        </p:spPr>
        <p:txBody>
          <a:bodyPr wrap="square" rtlCol="0">
            <a:spAutoFit/>
          </a:bodyPr>
          <a:lstStyle/>
          <a:p>
            <a:pPr marL="342900" lvl="0" indent="-342900">
              <a:spcBef>
                <a:spcPts val="1000"/>
              </a:spcBef>
              <a:buClr>
                <a:srgbClr val="90C226"/>
              </a:buClr>
              <a:buSzPct val="80000"/>
              <a:buFont typeface="Wingdings 3" charset="2"/>
              <a:buChar char=""/>
            </a:pPr>
            <a:r>
              <a:rPr lang="en-US" sz="1600" u="sng" dirty="0"/>
              <a:t>AWS VPC Subnet </a:t>
            </a:r>
            <a:r>
              <a:rPr lang="en-US" sz="1600" dirty="0"/>
              <a:t>– Portion of VPC addresses used to group instances &amp; services; Cannot span availability zones</a:t>
            </a:r>
          </a:p>
          <a:p>
            <a:pPr marL="342900" lvl="0" indent="-342900">
              <a:spcBef>
                <a:spcPts val="1000"/>
              </a:spcBef>
              <a:buClr>
                <a:srgbClr val="90C226"/>
              </a:buClr>
              <a:buSzPct val="80000"/>
              <a:buFont typeface="Wingdings 3" charset="2"/>
              <a:buChar char=""/>
            </a:pPr>
            <a:r>
              <a:rPr lang="en-US" sz="1600" u="sng" dirty="0"/>
              <a:t>IAM User </a:t>
            </a:r>
            <a:r>
              <a:rPr lang="en-US" sz="1600" dirty="0"/>
              <a:t>– It’s recommended to create an Admin level user, if using AWSVPCB outside of AWS Academy to avoid using ROOT user</a:t>
            </a:r>
          </a:p>
          <a:p>
            <a:pPr marL="342900" indent="-342900">
              <a:spcBef>
                <a:spcPts val="1000"/>
              </a:spcBef>
              <a:buClr>
                <a:srgbClr val="90C226"/>
              </a:buClr>
              <a:buSzPct val="80000"/>
              <a:buFont typeface="Wingdings 3" charset="2"/>
              <a:buChar char=""/>
            </a:pPr>
            <a:r>
              <a:rPr lang="en-US" sz="1600" u="sng" dirty="0"/>
              <a:t>EC2 (Elastic Compute Cloud) Instance </a:t>
            </a:r>
            <a:r>
              <a:rPr lang="en-US" sz="1600" dirty="0"/>
              <a:t>– A VM server in AWS (can be associated to a VPC subnet and a security group)</a:t>
            </a:r>
          </a:p>
          <a:p>
            <a:pPr marL="342900" indent="-342900">
              <a:spcBef>
                <a:spcPts val="1000"/>
              </a:spcBef>
              <a:buClr>
                <a:srgbClr val="90C226"/>
              </a:buClr>
              <a:buSzPct val="80000"/>
              <a:buFont typeface="Wingdings 3" charset="2"/>
              <a:buChar char=""/>
            </a:pPr>
            <a:r>
              <a:rPr lang="en-US" sz="1600" u="sng" dirty="0"/>
              <a:t>S3 Storage </a:t>
            </a:r>
            <a:r>
              <a:rPr lang="en-US" sz="1600" dirty="0"/>
              <a:t>– AWS’ Simple Storage Service (object storage via Internet access)</a:t>
            </a:r>
          </a:p>
          <a:p>
            <a:pPr marL="800100" lvl="1" indent="-342900">
              <a:spcBef>
                <a:spcPts val="1000"/>
              </a:spcBef>
              <a:buClr>
                <a:srgbClr val="90C226"/>
              </a:buClr>
              <a:buSzPct val="80000"/>
              <a:buFont typeface="Wingdings" panose="05000000000000000000" pitchFamily="2" charset="2"/>
              <a:buChar char="q"/>
            </a:pPr>
            <a:r>
              <a:rPr lang="en-US" sz="1400" dirty="0"/>
              <a:t>Used for Load Balancer logs and Professor DIAGLOG uploads</a:t>
            </a:r>
          </a:p>
        </p:txBody>
      </p:sp>
    </p:spTree>
    <p:extLst>
      <p:ext uri="{BB962C8B-B14F-4D97-AF65-F5344CB8AC3E}">
        <p14:creationId xmlns:p14="http://schemas.microsoft.com/office/powerpoint/2010/main" val="4793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84408"/>
            <a:ext cx="8596668" cy="783102"/>
          </a:xfrm>
        </p:spPr>
        <p:txBody>
          <a:bodyPr>
            <a:normAutofit/>
          </a:bodyPr>
          <a:lstStyle/>
          <a:p>
            <a:r>
              <a:rPr lang="en-US" dirty="0"/>
              <a:t>AWS Concepts &amp; Glossary</a:t>
            </a:r>
          </a:p>
        </p:txBody>
      </p:sp>
      <p:sp>
        <p:nvSpPr>
          <p:cNvPr id="3" name="Content Placeholder 2"/>
          <p:cNvSpPr>
            <a:spLocks noGrp="1"/>
          </p:cNvSpPr>
          <p:nvPr>
            <p:ph idx="1"/>
          </p:nvPr>
        </p:nvSpPr>
        <p:spPr>
          <a:xfrm>
            <a:off x="677335" y="1041011"/>
            <a:ext cx="9366997" cy="5816989"/>
          </a:xfrm>
        </p:spPr>
        <p:txBody>
          <a:bodyPr>
            <a:normAutofit/>
          </a:bodyPr>
          <a:lstStyle/>
          <a:p>
            <a:r>
              <a:rPr lang="en-US" u="sng" dirty="0">
                <a:solidFill>
                  <a:schemeClr val="tx1"/>
                </a:solidFill>
              </a:rPr>
              <a:t>ec2-user</a:t>
            </a:r>
            <a:r>
              <a:rPr lang="en-US" dirty="0">
                <a:solidFill>
                  <a:schemeClr val="tx1"/>
                </a:solidFill>
              </a:rPr>
              <a:t> – </a:t>
            </a:r>
            <a:r>
              <a:rPr lang="en-US" dirty="0" err="1">
                <a:solidFill>
                  <a:schemeClr val="tx1"/>
                </a:solidFill>
              </a:rPr>
              <a:t>Userid</a:t>
            </a:r>
            <a:r>
              <a:rPr lang="en-US" dirty="0">
                <a:solidFill>
                  <a:schemeClr val="tx1"/>
                </a:solidFill>
              </a:rPr>
              <a:t> to login to your Linux EC2 instances </a:t>
            </a:r>
          </a:p>
          <a:p>
            <a:r>
              <a:rPr lang="en-US" u="sng" dirty="0">
                <a:solidFill>
                  <a:schemeClr val="tx1"/>
                </a:solidFill>
              </a:rPr>
              <a:t>Administrator</a:t>
            </a:r>
            <a:r>
              <a:rPr lang="en-US" dirty="0">
                <a:solidFill>
                  <a:schemeClr val="tx1"/>
                </a:solidFill>
              </a:rPr>
              <a:t> – </a:t>
            </a:r>
            <a:r>
              <a:rPr lang="en-US" dirty="0" err="1">
                <a:solidFill>
                  <a:schemeClr val="tx1"/>
                </a:solidFill>
              </a:rPr>
              <a:t>Userid</a:t>
            </a:r>
            <a:r>
              <a:rPr lang="en-US" dirty="0">
                <a:solidFill>
                  <a:schemeClr val="tx1"/>
                </a:solidFill>
              </a:rPr>
              <a:t> to login to your Windows instances</a:t>
            </a:r>
          </a:p>
          <a:p>
            <a:r>
              <a:rPr lang="en-US" u="sng" dirty="0">
                <a:solidFill>
                  <a:schemeClr val="tx1"/>
                </a:solidFill>
              </a:rPr>
              <a:t>EC2 instance states </a:t>
            </a:r>
            <a:r>
              <a:rPr lang="en-US" dirty="0">
                <a:solidFill>
                  <a:schemeClr val="tx1"/>
                </a:solidFill>
              </a:rPr>
              <a:t>– running, stopped and terminated (deleted)</a:t>
            </a:r>
          </a:p>
          <a:p>
            <a:r>
              <a:rPr lang="en-US" u="sng" dirty="0">
                <a:solidFill>
                  <a:schemeClr val="tx1"/>
                </a:solidFill>
              </a:rPr>
              <a:t>Routing table </a:t>
            </a:r>
            <a:r>
              <a:rPr lang="en-US" dirty="0">
                <a:solidFill>
                  <a:schemeClr val="tx1"/>
                </a:solidFill>
              </a:rPr>
              <a:t>– Associated to VPC subnets – how to route network requests</a:t>
            </a:r>
          </a:p>
          <a:p>
            <a:r>
              <a:rPr lang="en-US" u="sng" dirty="0">
                <a:solidFill>
                  <a:schemeClr val="tx1"/>
                </a:solidFill>
              </a:rPr>
              <a:t>Security Group </a:t>
            </a:r>
            <a:r>
              <a:rPr lang="en-US" dirty="0">
                <a:solidFill>
                  <a:schemeClr val="tx1"/>
                </a:solidFill>
              </a:rPr>
              <a:t>– Associated to EC2 instances/AWS services – firewall rules for access in &amp; out of instance/service</a:t>
            </a:r>
          </a:p>
          <a:p>
            <a:r>
              <a:rPr lang="en-US" u="sng" dirty="0">
                <a:solidFill>
                  <a:schemeClr val="tx1"/>
                </a:solidFill>
              </a:rPr>
              <a:t>NAT Instance </a:t>
            </a:r>
            <a:r>
              <a:rPr lang="en-US" dirty="0">
                <a:solidFill>
                  <a:schemeClr val="tx1"/>
                </a:solidFill>
              </a:rPr>
              <a:t>– A pre-configured EC2 instance that allows outbound access to Internet</a:t>
            </a:r>
          </a:p>
          <a:p>
            <a:r>
              <a:rPr lang="en-US" u="sng" dirty="0">
                <a:solidFill>
                  <a:schemeClr val="tx1"/>
                </a:solidFill>
              </a:rPr>
              <a:t>BASTION Instance </a:t>
            </a:r>
            <a:r>
              <a:rPr lang="en-US" dirty="0">
                <a:solidFill>
                  <a:schemeClr val="tx1"/>
                </a:solidFill>
              </a:rPr>
              <a:t>-  A pre-configured EC2 instance that allows RDP access into VPC</a:t>
            </a:r>
          </a:p>
          <a:p>
            <a:r>
              <a:rPr lang="en-US" u="sng" dirty="0">
                <a:solidFill>
                  <a:schemeClr val="tx1"/>
                </a:solidFill>
              </a:rPr>
              <a:t>Internet Gateway </a:t>
            </a:r>
            <a:r>
              <a:rPr lang="en-US" dirty="0">
                <a:solidFill>
                  <a:schemeClr val="tx1"/>
                </a:solidFill>
              </a:rPr>
              <a:t>-  Allows Internet access out of VPC</a:t>
            </a:r>
          </a:p>
          <a:p>
            <a:r>
              <a:rPr lang="en-US" u="sng" dirty="0">
                <a:solidFill>
                  <a:schemeClr val="tx1"/>
                </a:solidFill>
              </a:rPr>
              <a:t>Client VPN Endpoint </a:t>
            </a:r>
            <a:r>
              <a:rPr lang="en-US" dirty="0">
                <a:solidFill>
                  <a:schemeClr val="tx1"/>
                </a:solidFill>
              </a:rPr>
              <a:t>– Legacy feature of AWSVPCB that allows VPN access into VPC - Associated to a VPC subnet</a:t>
            </a:r>
          </a:p>
          <a:p>
            <a:r>
              <a:rPr lang="en-US" u="sng" dirty="0">
                <a:solidFill>
                  <a:schemeClr val="tx1"/>
                </a:solidFill>
              </a:rPr>
              <a:t>Route 53 </a:t>
            </a:r>
            <a:r>
              <a:rPr lang="en-US" dirty="0">
                <a:solidFill>
                  <a:schemeClr val="tx1"/>
                </a:solidFill>
              </a:rPr>
              <a:t>– AWS’ DNS service – By default setup up with private zone (e.g. AWSVPCB.edu) for DNS resolution within VPC </a:t>
            </a:r>
          </a:p>
          <a:p>
            <a:r>
              <a:rPr lang="en-US" u="sng" dirty="0">
                <a:solidFill>
                  <a:schemeClr val="tx1"/>
                </a:solidFill>
              </a:rPr>
              <a:t>ELB</a:t>
            </a:r>
            <a:r>
              <a:rPr lang="en-US" dirty="0">
                <a:solidFill>
                  <a:schemeClr val="tx1"/>
                </a:solidFill>
              </a:rPr>
              <a:t> (Elastic Load Balancer) – AWS’ load balancer service (there are multiple options – we will utilize the Classic LB) - Associated to subnet &amp; security group </a:t>
            </a:r>
          </a:p>
        </p:txBody>
      </p:sp>
    </p:spTree>
    <p:extLst>
      <p:ext uri="{BB962C8B-B14F-4D97-AF65-F5344CB8AC3E}">
        <p14:creationId xmlns:p14="http://schemas.microsoft.com/office/powerpoint/2010/main" val="4198869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3840"/>
            <a:ext cx="8596668" cy="783102"/>
          </a:xfrm>
        </p:spPr>
        <p:txBody>
          <a:bodyPr>
            <a:normAutofit/>
          </a:bodyPr>
          <a:lstStyle/>
          <a:p>
            <a:r>
              <a:rPr lang="en-US" dirty="0"/>
              <a:t>AWS Basic Config</a:t>
            </a:r>
          </a:p>
        </p:txBody>
      </p:sp>
      <p:sp>
        <p:nvSpPr>
          <p:cNvPr id="3" name="Content Placeholder 2"/>
          <p:cNvSpPr>
            <a:spLocks noGrp="1"/>
          </p:cNvSpPr>
          <p:nvPr>
            <p:ph idx="1"/>
          </p:nvPr>
        </p:nvSpPr>
        <p:spPr>
          <a:xfrm>
            <a:off x="6545536" y="954348"/>
            <a:ext cx="5524544" cy="5333910"/>
          </a:xfrm>
          <a:solidFill>
            <a:schemeClr val="bg1"/>
          </a:solidFill>
          <a:ln>
            <a:solidFill>
              <a:schemeClr val="tx1"/>
            </a:solidFill>
          </a:ln>
        </p:spPr>
        <p:txBody>
          <a:bodyPr>
            <a:normAutofit/>
          </a:bodyPr>
          <a:lstStyle/>
          <a:p>
            <a:r>
              <a:rPr lang="en-US" b="1" dirty="0"/>
              <a:t>Problems with this config:</a:t>
            </a:r>
          </a:p>
          <a:p>
            <a:pPr lvl="1">
              <a:buFont typeface="Wingdings" panose="05000000000000000000" pitchFamily="2" charset="2"/>
              <a:buChar char="q"/>
            </a:pPr>
            <a:r>
              <a:rPr lang="en-US" dirty="0"/>
              <a:t>Not representative of Enterprise IT shops</a:t>
            </a:r>
          </a:p>
          <a:p>
            <a:pPr lvl="2">
              <a:buFont typeface="Wingdings" panose="05000000000000000000" pitchFamily="2" charset="2"/>
              <a:buChar char="q"/>
            </a:pPr>
            <a:r>
              <a:rPr lang="en-US" dirty="0"/>
              <a:t>All servers are exposed to the Internet (no private addressing)</a:t>
            </a:r>
          </a:p>
          <a:p>
            <a:pPr lvl="2">
              <a:buFont typeface="Wingdings" panose="05000000000000000000" pitchFamily="2" charset="2"/>
              <a:buChar char="q"/>
            </a:pPr>
            <a:r>
              <a:rPr lang="en-US" dirty="0"/>
              <a:t>No local DNS domain or servers</a:t>
            </a:r>
          </a:p>
          <a:p>
            <a:pPr lvl="2">
              <a:buFont typeface="Wingdings" panose="05000000000000000000" pitchFamily="2" charset="2"/>
              <a:buChar char="q"/>
            </a:pPr>
            <a:r>
              <a:rPr lang="en-US" dirty="0"/>
              <a:t>No firewall zones</a:t>
            </a:r>
          </a:p>
          <a:p>
            <a:pPr lvl="2">
              <a:buFont typeface="Wingdings" panose="05000000000000000000" pitchFamily="2" charset="2"/>
              <a:buChar char="q"/>
            </a:pPr>
            <a:r>
              <a:rPr lang="en-US" dirty="0"/>
              <a:t>No load balancing</a:t>
            </a:r>
          </a:p>
          <a:p>
            <a:pPr lvl="2">
              <a:buFont typeface="Wingdings" panose="05000000000000000000" pitchFamily="2" charset="2"/>
              <a:buChar char="q"/>
            </a:pPr>
            <a:r>
              <a:rPr lang="en-US" dirty="0"/>
              <a:t>No subnetting</a:t>
            </a:r>
          </a:p>
          <a:p>
            <a:pPr lvl="1">
              <a:buFont typeface="Wingdings" panose="05000000000000000000" pitchFamily="2" charset="2"/>
              <a:buChar char="q"/>
            </a:pPr>
            <a:r>
              <a:rPr lang="en-US" dirty="0"/>
              <a:t>Overly simplistic – can’t simulate real world problems</a:t>
            </a:r>
          </a:p>
        </p:txBody>
      </p:sp>
      <p:sp>
        <p:nvSpPr>
          <p:cNvPr id="8" name="Rectangle 7">
            <a:extLst>
              <a:ext uri="{FF2B5EF4-FFF2-40B4-BE49-F238E27FC236}">
                <a16:creationId xmlns:a16="http://schemas.microsoft.com/office/drawing/2014/main" id="{4C552654-A483-4291-82E3-79998C37085C}"/>
              </a:ext>
            </a:extLst>
          </p:cNvPr>
          <p:cNvSpPr/>
          <p:nvPr/>
        </p:nvSpPr>
        <p:spPr>
          <a:xfrm>
            <a:off x="787790" y="2139816"/>
            <a:ext cx="1553805" cy="12891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mage result for PC icon">
            <a:extLst>
              <a:ext uri="{FF2B5EF4-FFF2-40B4-BE49-F238E27FC236}">
                <a16:creationId xmlns:a16="http://schemas.microsoft.com/office/drawing/2014/main" id="{1EE558D6-3534-4E9B-AC11-6571E77A7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652" y="2296612"/>
            <a:ext cx="1059931" cy="103585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63940DC-7184-4780-BE29-19E200F9F2AE}"/>
              </a:ext>
            </a:extLst>
          </p:cNvPr>
          <p:cNvSpPr txBox="1"/>
          <p:nvPr/>
        </p:nvSpPr>
        <p:spPr>
          <a:xfrm>
            <a:off x="1193574" y="2165538"/>
            <a:ext cx="913800" cy="261610"/>
          </a:xfrm>
          <a:prstGeom prst="rect">
            <a:avLst/>
          </a:prstGeom>
          <a:noFill/>
        </p:spPr>
        <p:txBody>
          <a:bodyPr wrap="square" rtlCol="0">
            <a:spAutoFit/>
          </a:bodyPr>
          <a:lstStyle/>
          <a:p>
            <a:r>
              <a:rPr lang="en-US" sz="1100" dirty="0"/>
              <a:t>Home PC</a:t>
            </a:r>
          </a:p>
        </p:txBody>
      </p:sp>
      <p:pic>
        <p:nvPicPr>
          <p:cNvPr id="11" name="Picture 4" descr="Image result for browser icon">
            <a:extLst>
              <a:ext uri="{FF2B5EF4-FFF2-40B4-BE49-F238E27FC236}">
                <a16:creationId xmlns:a16="http://schemas.microsoft.com/office/drawing/2014/main" id="{03D6E776-8806-4F9B-859C-0D42B5A1EF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2236" y="2591231"/>
            <a:ext cx="288238" cy="288238"/>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99A46C20-9E5C-4A96-B7BD-3C27DFCA7C36}"/>
              </a:ext>
            </a:extLst>
          </p:cNvPr>
          <p:cNvCxnSpPr>
            <a:cxnSpLocks/>
          </p:cNvCxnSpPr>
          <p:nvPr/>
        </p:nvCxnSpPr>
        <p:spPr>
          <a:xfrm>
            <a:off x="2055614" y="2762745"/>
            <a:ext cx="5051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692B797-2714-4300-A462-1BC7F6CD6419}"/>
              </a:ext>
            </a:extLst>
          </p:cNvPr>
          <p:cNvGrpSpPr/>
          <p:nvPr/>
        </p:nvGrpSpPr>
        <p:grpSpPr>
          <a:xfrm>
            <a:off x="4896014" y="2840930"/>
            <a:ext cx="1583192" cy="1100628"/>
            <a:chOff x="4235239" y="2427148"/>
            <a:chExt cx="1583192" cy="1100628"/>
          </a:xfrm>
        </p:grpSpPr>
        <p:pic>
          <p:nvPicPr>
            <p:cNvPr id="6" name="Picture 6" descr="Image result for web server icon">
              <a:extLst>
                <a:ext uri="{FF2B5EF4-FFF2-40B4-BE49-F238E27FC236}">
                  <a16:creationId xmlns:a16="http://schemas.microsoft.com/office/drawing/2014/main" id="{E6A2723E-AB8E-4AD9-95D9-8A98050BA1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464" y="2427148"/>
              <a:ext cx="699182" cy="8390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88370F7-C8D3-4264-8D80-AD692BB4DF57}"/>
                </a:ext>
              </a:extLst>
            </p:cNvPr>
            <p:cNvSpPr txBox="1"/>
            <p:nvPr/>
          </p:nvSpPr>
          <p:spPr>
            <a:xfrm>
              <a:off x="4235239" y="2591231"/>
              <a:ext cx="699182" cy="461665"/>
            </a:xfrm>
            <a:prstGeom prst="rect">
              <a:avLst/>
            </a:prstGeom>
            <a:noFill/>
          </p:spPr>
          <p:txBody>
            <a:bodyPr wrap="square" rtlCol="0">
              <a:spAutoFit/>
            </a:bodyPr>
            <a:lstStyle/>
            <a:p>
              <a:r>
                <a:rPr lang="en-US" sz="1200" dirty="0"/>
                <a:t>PUBLIC</a:t>
              </a:r>
            </a:p>
            <a:p>
              <a:r>
                <a:rPr lang="en-US" sz="1200" dirty="0"/>
                <a:t>IP</a:t>
              </a:r>
            </a:p>
          </p:txBody>
        </p:sp>
        <p:sp>
          <p:nvSpPr>
            <p:cNvPr id="14" name="TextBox 13">
              <a:extLst>
                <a:ext uri="{FF2B5EF4-FFF2-40B4-BE49-F238E27FC236}">
                  <a16:creationId xmlns:a16="http://schemas.microsoft.com/office/drawing/2014/main" id="{6FD0FF80-7B60-490B-BDF6-ADF28F7219DF}"/>
                </a:ext>
              </a:extLst>
            </p:cNvPr>
            <p:cNvSpPr txBox="1"/>
            <p:nvPr/>
          </p:nvSpPr>
          <p:spPr>
            <a:xfrm>
              <a:off x="4454452" y="3266166"/>
              <a:ext cx="1363979" cy="261610"/>
            </a:xfrm>
            <a:prstGeom prst="rect">
              <a:avLst/>
            </a:prstGeom>
            <a:noFill/>
          </p:spPr>
          <p:txBody>
            <a:bodyPr wrap="square" rtlCol="0">
              <a:spAutoFit/>
            </a:bodyPr>
            <a:lstStyle/>
            <a:p>
              <a:r>
                <a:rPr lang="en-US" sz="1100" dirty="0"/>
                <a:t>AWS EC2 Instance</a:t>
              </a:r>
            </a:p>
          </p:txBody>
        </p:sp>
      </p:grpSp>
      <p:grpSp>
        <p:nvGrpSpPr>
          <p:cNvPr id="21" name="Group 20">
            <a:extLst>
              <a:ext uri="{FF2B5EF4-FFF2-40B4-BE49-F238E27FC236}">
                <a16:creationId xmlns:a16="http://schemas.microsoft.com/office/drawing/2014/main" id="{ABCAE60C-7ED6-4AED-A85B-3DF7C2ED26A1}"/>
              </a:ext>
            </a:extLst>
          </p:cNvPr>
          <p:cNvGrpSpPr/>
          <p:nvPr/>
        </p:nvGrpSpPr>
        <p:grpSpPr>
          <a:xfrm>
            <a:off x="4300224" y="4443182"/>
            <a:ext cx="1583192" cy="1100628"/>
            <a:chOff x="3868227" y="4105184"/>
            <a:chExt cx="1583192" cy="1100628"/>
          </a:xfrm>
        </p:grpSpPr>
        <p:pic>
          <p:nvPicPr>
            <p:cNvPr id="15" name="Picture 6" descr="Image result for web server icon">
              <a:extLst>
                <a:ext uri="{FF2B5EF4-FFF2-40B4-BE49-F238E27FC236}">
                  <a16:creationId xmlns:a16="http://schemas.microsoft.com/office/drawing/2014/main" id="{64A944CF-7D77-4BBD-9D7B-3AD0CD6BCE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452" y="4105184"/>
              <a:ext cx="699182" cy="83901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02342E1-D581-44EE-842F-0D39B8DEA3D8}"/>
                </a:ext>
              </a:extLst>
            </p:cNvPr>
            <p:cNvSpPr txBox="1"/>
            <p:nvPr/>
          </p:nvSpPr>
          <p:spPr>
            <a:xfrm>
              <a:off x="3868227" y="4269267"/>
              <a:ext cx="699182" cy="461665"/>
            </a:xfrm>
            <a:prstGeom prst="rect">
              <a:avLst/>
            </a:prstGeom>
            <a:noFill/>
          </p:spPr>
          <p:txBody>
            <a:bodyPr wrap="square" rtlCol="0">
              <a:spAutoFit/>
            </a:bodyPr>
            <a:lstStyle/>
            <a:p>
              <a:r>
                <a:rPr lang="en-US" sz="1200" dirty="0"/>
                <a:t>PUBLIC</a:t>
              </a:r>
            </a:p>
            <a:p>
              <a:r>
                <a:rPr lang="en-US" sz="1200" dirty="0"/>
                <a:t>IP</a:t>
              </a:r>
            </a:p>
          </p:txBody>
        </p:sp>
        <p:sp>
          <p:nvSpPr>
            <p:cNvPr id="17" name="TextBox 16">
              <a:extLst>
                <a:ext uri="{FF2B5EF4-FFF2-40B4-BE49-F238E27FC236}">
                  <a16:creationId xmlns:a16="http://schemas.microsoft.com/office/drawing/2014/main" id="{9F5AAAD1-D3E5-418D-A1F1-3DEC4FC4E054}"/>
                </a:ext>
              </a:extLst>
            </p:cNvPr>
            <p:cNvSpPr txBox="1"/>
            <p:nvPr/>
          </p:nvSpPr>
          <p:spPr>
            <a:xfrm>
              <a:off x="4087440" y="4944202"/>
              <a:ext cx="1363979" cy="261610"/>
            </a:xfrm>
            <a:prstGeom prst="rect">
              <a:avLst/>
            </a:prstGeom>
            <a:noFill/>
          </p:spPr>
          <p:txBody>
            <a:bodyPr wrap="square" rtlCol="0">
              <a:spAutoFit/>
            </a:bodyPr>
            <a:lstStyle/>
            <a:p>
              <a:r>
                <a:rPr lang="en-US" sz="1100" dirty="0"/>
                <a:t>AWS EC2 Instance</a:t>
              </a:r>
            </a:p>
          </p:txBody>
        </p:sp>
      </p:grpSp>
      <p:grpSp>
        <p:nvGrpSpPr>
          <p:cNvPr id="5" name="Group 4">
            <a:extLst>
              <a:ext uri="{FF2B5EF4-FFF2-40B4-BE49-F238E27FC236}">
                <a16:creationId xmlns:a16="http://schemas.microsoft.com/office/drawing/2014/main" id="{5BEF7AB8-C76A-4719-921D-91F98147386A}"/>
              </a:ext>
            </a:extLst>
          </p:cNvPr>
          <p:cNvGrpSpPr/>
          <p:nvPr/>
        </p:nvGrpSpPr>
        <p:grpSpPr>
          <a:xfrm>
            <a:off x="4803600" y="1259899"/>
            <a:ext cx="1583192" cy="1100628"/>
            <a:chOff x="4810593" y="913195"/>
            <a:chExt cx="1583192" cy="1100628"/>
          </a:xfrm>
        </p:grpSpPr>
        <p:pic>
          <p:nvPicPr>
            <p:cNvPr id="18" name="Picture 6" descr="Image result for web server icon">
              <a:extLst>
                <a:ext uri="{FF2B5EF4-FFF2-40B4-BE49-F238E27FC236}">
                  <a16:creationId xmlns:a16="http://schemas.microsoft.com/office/drawing/2014/main" id="{5B19EE01-9566-405D-B435-D6E2C51647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6818" y="913195"/>
              <a:ext cx="699182" cy="839018"/>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B3DCF8F2-D28B-45BC-94A0-8FA4EF99B083}"/>
                </a:ext>
              </a:extLst>
            </p:cNvPr>
            <p:cNvSpPr txBox="1"/>
            <p:nvPr/>
          </p:nvSpPr>
          <p:spPr>
            <a:xfrm>
              <a:off x="4810593" y="1077278"/>
              <a:ext cx="699182" cy="461665"/>
            </a:xfrm>
            <a:prstGeom prst="rect">
              <a:avLst/>
            </a:prstGeom>
            <a:noFill/>
          </p:spPr>
          <p:txBody>
            <a:bodyPr wrap="square" rtlCol="0">
              <a:spAutoFit/>
            </a:bodyPr>
            <a:lstStyle/>
            <a:p>
              <a:r>
                <a:rPr lang="en-US" sz="1200" dirty="0"/>
                <a:t>PUBLIC</a:t>
              </a:r>
            </a:p>
            <a:p>
              <a:r>
                <a:rPr lang="en-US" sz="1200" dirty="0"/>
                <a:t>IP</a:t>
              </a:r>
            </a:p>
          </p:txBody>
        </p:sp>
        <p:sp>
          <p:nvSpPr>
            <p:cNvPr id="20" name="TextBox 19">
              <a:extLst>
                <a:ext uri="{FF2B5EF4-FFF2-40B4-BE49-F238E27FC236}">
                  <a16:creationId xmlns:a16="http://schemas.microsoft.com/office/drawing/2014/main" id="{2D872B5C-61A1-4882-A31B-2EB257489D7D}"/>
                </a:ext>
              </a:extLst>
            </p:cNvPr>
            <p:cNvSpPr txBox="1"/>
            <p:nvPr/>
          </p:nvSpPr>
          <p:spPr>
            <a:xfrm>
              <a:off x="5029806" y="1752213"/>
              <a:ext cx="1363979" cy="261610"/>
            </a:xfrm>
            <a:prstGeom prst="rect">
              <a:avLst/>
            </a:prstGeom>
            <a:noFill/>
          </p:spPr>
          <p:txBody>
            <a:bodyPr wrap="square" rtlCol="0">
              <a:spAutoFit/>
            </a:bodyPr>
            <a:lstStyle/>
            <a:p>
              <a:r>
                <a:rPr lang="en-US" sz="1100" dirty="0"/>
                <a:t>AWS EC2 Instance</a:t>
              </a:r>
            </a:p>
          </p:txBody>
        </p:sp>
      </p:grpSp>
      <p:grpSp>
        <p:nvGrpSpPr>
          <p:cNvPr id="24" name="Group 23">
            <a:extLst>
              <a:ext uri="{FF2B5EF4-FFF2-40B4-BE49-F238E27FC236}">
                <a16:creationId xmlns:a16="http://schemas.microsoft.com/office/drawing/2014/main" id="{68AA7EFB-5286-4B44-A5DF-66E58C240F9E}"/>
              </a:ext>
            </a:extLst>
          </p:cNvPr>
          <p:cNvGrpSpPr/>
          <p:nvPr/>
        </p:nvGrpSpPr>
        <p:grpSpPr>
          <a:xfrm>
            <a:off x="2589835" y="2165538"/>
            <a:ext cx="1171011" cy="1120542"/>
            <a:chOff x="10106948" y="1352105"/>
            <a:chExt cx="755165" cy="755165"/>
          </a:xfrm>
        </p:grpSpPr>
        <p:pic>
          <p:nvPicPr>
            <p:cNvPr id="25" name="Picture 6" descr="Image result for network cloud icon">
              <a:extLst>
                <a:ext uri="{FF2B5EF4-FFF2-40B4-BE49-F238E27FC236}">
                  <a16:creationId xmlns:a16="http://schemas.microsoft.com/office/drawing/2014/main" id="{6832F379-9112-4E6E-9A2B-5F8782DAE4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06948" y="1352105"/>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7418A799-91C4-48B5-B6E5-E8136ED78239}"/>
                </a:ext>
              </a:extLst>
            </p:cNvPr>
            <p:cNvSpPr txBox="1"/>
            <p:nvPr/>
          </p:nvSpPr>
          <p:spPr>
            <a:xfrm>
              <a:off x="10223298" y="1694940"/>
              <a:ext cx="547723" cy="207420"/>
            </a:xfrm>
            <a:prstGeom prst="rect">
              <a:avLst/>
            </a:prstGeom>
            <a:noFill/>
          </p:spPr>
          <p:txBody>
            <a:bodyPr wrap="square" rtlCol="0">
              <a:spAutoFit/>
            </a:bodyPr>
            <a:lstStyle/>
            <a:p>
              <a:r>
                <a:rPr lang="en-US" sz="1400" dirty="0"/>
                <a:t>Internet</a:t>
              </a:r>
              <a:endParaRPr lang="en-US" sz="1200" dirty="0"/>
            </a:p>
          </p:txBody>
        </p:sp>
      </p:grpSp>
      <p:cxnSp>
        <p:nvCxnSpPr>
          <p:cNvPr id="27" name="Straight Arrow Connector 26">
            <a:extLst>
              <a:ext uri="{FF2B5EF4-FFF2-40B4-BE49-F238E27FC236}">
                <a16:creationId xmlns:a16="http://schemas.microsoft.com/office/drawing/2014/main" id="{64E672AC-F5D7-431B-8455-ABF511B10EF4}"/>
              </a:ext>
            </a:extLst>
          </p:cNvPr>
          <p:cNvCxnSpPr>
            <a:cxnSpLocks/>
            <a:stCxn id="25" idx="3"/>
            <a:endCxn id="19" idx="1"/>
          </p:cNvCxnSpPr>
          <p:nvPr/>
        </p:nvCxnSpPr>
        <p:spPr>
          <a:xfrm flipV="1">
            <a:off x="3760846" y="1654815"/>
            <a:ext cx="1042754" cy="10709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D05281D-3311-460C-8DFC-411492B4A61B}"/>
              </a:ext>
            </a:extLst>
          </p:cNvPr>
          <p:cNvCxnSpPr>
            <a:cxnSpLocks/>
            <a:stCxn id="25" idx="3"/>
            <a:endCxn id="4" idx="1"/>
          </p:cNvCxnSpPr>
          <p:nvPr/>
        </p:nvCxnSpPr>
        <p:spPr>
          <a:xfrm>
            <a:off x="3760846" y="2725809"/>
            <a:ext cx="1135168" cy="510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3D566C7-EB4B-4045-BE8B-6D5F01996047}"/>
              </a:ext>
            </a:extLst>
          </p:cNvPr>
          <p:cNvCxnSpPr>
            <a:cxnSpLocks/>
            <a:stCxn id="25" idx="3"/>
            <a:endCxn id="16" idx="0"/>
          </p:cNvCxnSpPr>
          <p:nvPr/>
        </p:nvCxnSpPr>
        <p:spPr>
          <a:xfrm>
            <a:off x="3760846" y="2725809"/>
            <a:ext cx="888969" cy="1881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0768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BF11E35-608E-47A6-A489-A69586AA3418}"/>
              </a:ext>
            </a:extLst>
          </p:cNvPr>
          <p:cNvGrpSpPr/>
          <p:nvPr/>
        </p:nvGrpSpPr>
        <p:grpSpPr>
          <a:xfrm>
            <a:off x="74872" y="2651764"/>
            <a:ext cx="1553805" cy="1289184"/>
            <a:chOff x="787790" y="2139816"/>
            <a:chExt cx="1553805" cy="1289184"/>
          </a:xfrm>
        </p:grpSpPr>
        <p:sp>
          <p:nvSpPr>
            <p:cNvPr id="8" name="Rectangle 7">
              <a:extLst>
                <a:ext uri="{FF2B5EF4-FFF2-40B4-BE49-F238E27FC236}">
                  <a16:creationId xmlns:a16="http://schemas.microsoft.com/office/drawing/2014/main" id="{4C552654-A483-4291-82E3-79998C37085C}"/>
                </a:ext>
              </a:extLst>
            </p:cNvPr>
            <p:cNvSpPr/>
            <p:nvPr/>
          </p:nvSpPr>
          <p:spPr>
            <a:xfrm>
              <a:off x="787790" y="2139816"/>
              <a:ext cx="1553805" cy="12891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mage result for PC icon">
              <a:extLst>
                <a:ext uri="{FF2B5EF4-FFF2-40B4-BE49-F238E27FC236}">
                  <a16:creationId xmlns:a16="http://schemas.microsoft.com/office/drawing/2014/main" id="{1EE558D6-3534-4E9B-AC11-6571E77A7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652" y="2296612"/>
              <a:ext cx="1059931" cy="103585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63940DC-7184-4780-BE29-19E200F9F2AE}"/>
                </a:ext>
              </a:extLst>
            </p:cNvPr>
            <p:cNvSpPr txBox="1"/>
            <p:nvPr/>
          </p:nvSpPr>
          <p:spPr>
            <a:xfrm>
              <a:off x="1193574" y="2165538"/>
              <a:ext cx="913800" cy="261610"/>
            </a:xfrm>
            <a:prstGeom prst="rect">
              <a:avLst/>
            </a:prstGeom>
            <a:noFill/>
          </p:spPr>
          <p:txBody>
            <a:bodyPr wrap="square" rtlCol="0">
              <a:spAutoFit/>
            </a:bodyPr>
            <a:lstStyle/>
            <a:p>
              <a:r>
                <a:rPr lang="en-US" sz="1100" dirty="0"/>
                <a:t>Home PC</a:t>
              </a:r>
            </a:p>
          </p:txBody>
        </p:sp>
        <p:pic>
          <p:nvPicPr>
            <p:cNvPr id="11" name="Picture 4" descr="Image result for browser icon">
              <a:extLst>
                <a:ext uri="{FF2B5EF4-FFF2-40B4-BE49-F238E27FC236}">
                  <a16:creationId xmlns:a16="http://schemas.microsoft.com/office/drawing/2014/main" id="{03D6E776-8806-4F9B-859C-0D42B5A1EF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2236" y="2591231"/>
              <a:ext cx="288238" cy="28823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p:cNvSpPr>
            <a:spLocks noGrp="1"/>
          </p:cNvSpPr>
          <p:nvPr>
            <p:ph type="title"/>
          </p:nvPr>
        </p:nvSpPr>
        <p:spPr>
          <a:xfrm>
            <a:off x="649318" y="144115"/>
            <a:ext cx="8596668" cy="783102"/>
          </a:xfrm>
        </p:spPr>
        <p:txBody>
          <a:bodyPr>
            <a:normAutofit/>
          </a:bodyPr>
          <a:lstStyle/>
          <a:p>
            <a:r>
              <a:rPr lang="en-US" dirty="0"/>
              <a:t>AWSVPCB DEFAULT Config (vpc0)</a:t>
            </a:r>
          </a:p>
        </p:txBody>
      </p:sp>
      <p:sp>
        <p:nvSpPr>
          <p:cNvPr id="31" name="Rectangle 30">
            <a:extLst>
              <a:ext uri="{FF2B5EF4-FFF2-40B4-BE49-F238E27FC236}">
                <a16:creationId xmlns:a16="http://schemas.microsoft.com/office/drawing/2014/main" id="{740BAE86-E5F8-446E-97B2-B42287C9EC28}"/>
              </a:ext>
            </a:extLst>
          </p:cNvPr>
          <p:cNvSpPr/>
          <p:nvPr/>
        </p:nvSpPr>
        <p:spPr>
          <a:xfrm>
            <a:off x="3056593" y="1890386"/>
            <a:ext cx="7537585" cy="39188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2" name="Group 31">
            <a:extLst>
              <a:ext uri="{FF2B5EF4-FFF2-40B4-BE49-F238E27FC236}">
                <a16:creationId xmlns:a16="http://schemas.microsoft.com/office/drawing/2014/main" id="{DB9369F2-AF03-405F-995E-E12EA8B67EEF}"/>
              </a:ext>
            </a:extLst>
          </p:cNvPr>
          <p:cNvGrpSpPr/>
          <p:nvPr/>
        </p:nvGrpSpPr>
        <p:grpSpPr>
          <a:xfrm>
            <a:off x="8407173" y="2308856"/>
            <a:ext cx="1345916" cy="1128639"/>
            <a:chOff x="11846763" y="4984309"/>
            <a:chExt cx="1345916" cy="1128639"/>
          </a:xfrm>
        </p:grpSpPr>
        <p:grpSp>
          <p:nvGrpSpPr>
            <p:cNvPr id="34" name="Group 33">
              <a:extLst>
                <a:ext uri="{FF2B5EF4-FFF2-40B4-BE49-F238E27FC236}">
                  <a16:creationId xmlns:a16="http://schemas.microsoft.com/office/drawing/2014/main" id="{BEB79C43-5B3A-4FC0-BCDE-79E1D7F1238B}"/>
                </a:ext>
              </a:extLst>
            </p:cNvPr>
            <p:cNvGrpSpPr/>
            <p:nvPr/>
          </p:nvGrpSpPr>
          <p:grpSpPr>
            <a:xfrm>
              <a:off x="11883142" y="4984309"/>
              <a:ext cx="950742" cy="950742"/>
              <a:chOff x="10762258" y="5321932"/>
              <a:chExt cx="950742" cy="950742"/>
            </a:xfrm>
          </p:grpSpPr>
          <p:pic>
            <p:nvPicPr>
              <p:cNvPr id="36" name="Picture 2" descr="Image result for server icon">
                <a:extLst>
                  <a:ext uri="{FF2B5EF4-FFF2-40B4-BE49-F238E27FC236}">
                    <a16:creationId xmlns:a16="http://schemas.microsoft.com/office/drawing/2014/main" id="{ECB8E7C8-E69B-4FEA-A2C3-664A946D50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62258" y="5321932"/>
                <a:ext cx="950742" cy="95074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80DC0971-C526-41BD-91C0-9307AD9FA93A}"/>
                  </a:ext>
                </a:extLst>
              </p:cNvPr>
              <p:cNvPicPr>
                <a:picLocks noChangeAspect="1"/>
              </p:cNvPicPr>
              <p:nvPr/>
            </p:nvPicPr>
            <p:blipFill>
              <a:blip r:embed="rId5"/>
              <a:stretch>
                <a:fillRect/>
              </a:stretch>
            </p:blipFill>
            <p:spPr>
              <a:xfrm flipH="1">
                <a:off x="10987928" y="5896361"/>
                <a:ext cx="249701" cy="249701"/>
              </a:xfrm>
              <a:prstGeom prst="rect">
                <a:avLst/>
              </a:prstGeom>
            </p:spPr>
          </p:pic>
        </p:grpSp>
        <p:sp>
          <p:nvSpPr>
            <p:cNvPr id="35" name="TextBox 34">
              <a:extLst>
                <a:ext uri="{FF2B5EF4-FFF2-40B4-BE49-F238E27FC236}">
                  <a16:creationId xmlns:a16="http://schemas.microsoft.com/office/drawing/2014/main" id="{2507F35B-7B23-4770-9E25-C7431EF68EAA}"/>
                </a:ext>
              </a:extLst>
            </p:cNvPr>
            <p:cNvSpPr txBox="1"/>
            <p:nvPr/>
          </p:nvSpPr>
          <p:spPr>
            <a:xfrm>
              <a:off x="11846763" y="5851338"/>
              <a:ext cx="1345916" cy="261610"/>
            </a:xfrm>
            <a:prstGeom prst="rect">
              <a:avLst/>
            </a:prstGeom>
            <a:noFill/>
          </p:spPr>
          <p:txBody>
            <a:bodyPr wrap="square" rtlCol="0">
              <a:spAutoFit/>
            </a:bodyPr>
            <a:lstStyle/>
            <a:p>
              <a:r>
                <a:rPr lang="en-US" sz="1100" dirty="0"/>
                <a:t>Database Servers</a:t>
              </a:r>
            </a:p>
          </p:txBody>
        </p:sp>
      </p:grpSp>
      <p:grpSp>
        <p:nvGrpSpPr>
          <p:cNvPr id="97" name="Group 96">
            <a:extLst>
              <a:ext uri="{FF2B5EF4-FFF2-40B4-BE49-F238E27FC236}">
                <a16:creationId xmlns:a16="http://schemas.microsoft.com/office/drawing/2014/main" id="{98746F49-BA59-4CBC-A253-AC00F24F70C0}"/>
              </a:ext>
            </a:extLst>
          </p:cNvPr>
          <p:cNvGrpSpPr/>
          <p:nvPr/>
        </p:nvGrpSpPr>
        <p:grpSpPr>
          <a:xfrm>
            <a:off x="6412778" y="2295074"/>
            <a:ext cx="1433265" cy="1085577"/>
            <a:chOff x="6508147" y="1543619"/>
            <a:chExt cx="1433265" cy="1085577"/>
          </a:xfrm>
        </p:grpSpPr>
        <p:pic>
          <p:nvPicPr>
            <p:cNvPr id="38" name="Picture 6" descr="Image result for web server icon">
              <a:extLst>
                <a:ext uri="{FF2B5EF4-FFF2-40B4-BE49-F238E27FC236}">
                  <a16:creationId xmlns:a16="http://schemas.microsoft.com/office/drawing/2014/main" id="{F00472E4-DBCF-465A-8057-957A17DD62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92046" y="1790178"/>
              <a:ext cx="699182" cy="839018"/>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93F1F906-7CDD-4AA8-AD48-0FE4CF0F1E15}"/>
                </a:ext>
              </a:extLst>
            </p:cNvPr>
            <p:cNvSpPr txBox="1"/>
            <p:nvPr/>
          </p:nvSpPr>
          <p:spPr>
            <a:xfrm>
              <a:off x="6508147" y="1543619"/>
              <a:ext cx="1433265" cy="261610"/>
            </a:xfrm>
            <a:prstGeom prst="rect">
              <a:avLst/>
            </a:prstGeom>
            <a:noFill/>
          </p:spPr>
          <p:txBody>
            <a:bodyPr wrap="square" rtlCol="0">
              <a:spAutoFit/>
            </a:bodyPr>
            <a:lstStyle/>
            <a:p>
              <a:r>
                <a:rPr lang="en-US" sz="1100" dirty="0"/>
                <a:t>Web Servers</a:t>
              </a:r>
            </a:p>
          </p:txBody>
        </p:sp>
      </p:grpSp>
      <p:sp>
        <p:nvSpPr>
          <p:cNvPr id="60" name="TextBox 59">
            <a:extLst>
              <a:ext uri="{FF2B5EF4-FFF2-40B4-BE49-F238E27FC236}">
                <a16:creationId xmlns:a16="http://schemas.microsoft.com/office/drawing/2014/main" id="{D11F047F-B6B2-404D-8604-0E4FF0EFDC95}"/>
              </a:ext>
            </a:extLst>
          </p:cNvPr>
          <p:cNvSpPr txBox="1"/>
          <p:nvPr/>
        </p:nvSpPr>
        <p:spPr>
          <a:xfrm>
            <a:off x="10014141" y="1900355"/>
            <a:ext cx="840391" cy="369332"/>
          </a:xfrm>
          <a:prstGeom prst="rect">
            <a:avLst/>
          </a:prstGeom>
          <a:noFill/>
        </p:spPr>
        <p:txBody>
          <a:bodyPr wrap="square" rtlCol="0">
            <a:spAutoFit/>
          </a:bodyPr>
          <a:lstStyle/>
          <a:p>
            <a:r>
              <a:rPr lang="en-US" b="1" dirty="0"/>
              <a:t>VPC</a:t>
            </a:r>
          </a:p>
        </p:txBody>
      </p:sp>
      <p:grpSp>
        <p:nvGrpSpPr>
          <p:cNvPr id="98" name="Group 97">
            <a:extLst>
              <a:ext uri="{FF2B5EF4-FFF2-40B4-BE49-F238E27FC236}">
                <a16:creationId xmlns:a16="http://schemas.microsoft.com/office/drawing/2014/main" id="{134C8911-6098-4AA4-BE9A-11230FCA10CE}"/>
              </a:ext>
            </a:extLst>
          </p:cNvPr>
          <p:cNvGrpSpPr/>
          <p:nvPr/>
        </p:nvGrpSpPr>
        <p:grpSpPr>
          <a:xfrm>
            <a:off x="6438813" y="5026334"/>
            <a:ext cx="1353638" cy="594744"/>
            <a:chOff x="6692046" y="5027832"/>
            <a:chExt cx="1353638" cy="594744"/>
          </a:xfrm>
        </p:grpSpPr>
        <p:pic>
          <p:nvPicPr>
            <p:cNvPr id="59" name="Picture 58">
              <a:extLst>
                <a:ext uri="{FF2B5EF4-FFF2-40B4-BE49-F238E27FC236}">
                  <a16:creationId xmlns:a16="http://schemas.microsoft.com/office/drawing/2014/main" id="{59826DDC-6DA4-4942-9945-83F67BCEFEF7}"/>
                </a:ext>
              </a:extLst>
            </p:cNvPr>
            <p:cNvPicPr>
              <a:picLocks noChangeAspect="1"/>
            </p:cNvPicPr>
            <p:nvPr/>
          </p:nvPicPr>
          <p:blipFill>
            <a:blip r:embed="rId7"/>
            <a:stretch>
              <a:fillRect/>
            </a:stretch>
          </p:blipFill>
          <p:spPr>
            <a:xfrm>
              <a:off x="6941437" y="5027832"/>
              <a:ext cx="755685" cy="413416"/>
            </a:xfrm>
            <a:prstGeom prst="rect">
              <a:avLst/>
            </a:prstGeom>
          </p:spPr>
        </p:pic>
        <p:sp>
          <p:nvSpPr>
            <p:cNvPr id="62" name="TextBox 61">
              <a:extLst>
                <a:ext uri="{FF2B5EF4-FFF2-40B4-BE49-F238E27FC236}">
                  <a16:creationId xmlns:a16="http://schemas.microsoft.com/office/drawing/2014/main" id="{C8D682A2-CA65-4A42-8227-0B4A31BD8027}"/>
                </a:ext>
              </a:extLst>
            </p:cNvPr>
            <p:cNvSpPr txBox="1"/>
            <p:nvPr/>
          </p:nvSpPr>
          <p:spPr>
            <a:xfrm>
              <a:off x="6692046" y="5360966"/>
              <a:ext cx="1353638" cy="261610"/>
            </a:xfrm>
            <a:prstGeom prst="rect">
              <a:avLst/>
            </a:prstGeom>
            <a:noFill/>
          </p:spPr>
          <p:txBody>
            <a:bodyPr wrap="square" rtlCol="0">
              <a:spAutoFit/>
            </a:bodyPr>
            <a:lstStyle/>
            <a:p>
              <a:r>
                <a:rPr lang="en-US" sz="1100" dirty="0"/>
                <a:t>EC2 NAT Instance</a:t>
              </a:r>
            </a:p>
          </p:txBody>
        </p:sp>
      </p:grpSp>
      <p:sp>
        <p:nvSpPr>
          <p:cNvPr id="90" name="TextBox 89">
            <a:extLst>
              <a:ext uri="{FF2B5EF4-FFF2-40B4-BE49-F238E27FC236}">
                <a16:creationId xmlns:a16="http://schemas.microsoft.com/office/drawing/2014/main" id="{F9F65377-C4F4-4724-92DA-B4B1E1037145}"/>
              </a:ext>
            </a:extLst>
          </p:cNvPr>
          <p:cNvSpPr txBox="1"/>
          <p:nvPr/>
        </p:nvSpPr>
        <p:spPr>
          <a:xfrm>
            <a:off x="6173321" y="5684216"/>
            <a:ext cx="1912178" cy="276999"/>
          </a:xfrm>
          <a:prstGeom prst="rect">
            <a:avLst/>
          </a:prstGeom>
          <a:solidFill>
            <a:schemeClr val="bg1"/>
          </a:solidFill>
          <a:ln>
            <a:solidFill>
              <a:schemeClr val="tx1"/>
            </a:solidFill>
          </a:ln>
        </p:spPr>
        <p:txBody>
          <a:bodyPr wrap="square" rtlCol="0">
            <a:spAutoFit/>
          </a:bodyPr>
          <a:lstStyle/>
          <a:p>
            <a:r>
              <a:rPr lang="en-US" sz="1200" dirty="0"/>
              <a:t>AWS Internet Gateway</a:t>
            </a:r>
          </a:p>
        </p:txBody>
      </p:sp>
      <p:grpSp>
        <p:nvGrpSpPr>
          <p:cNvPr id="96" name="Group 95">
            <a:extLst>
              <a:ext uri="{FF2B5EF4-FFF2-40B4-BE49-F238E27FC236}">
                <a16:creationId xmlns:a16="http://schemas.microsoft.com/office/drawing/2014/main" id="{BAB164F0-3A32-4719-8C02-32C2C8602DBC}"/>
              </a:ext>
            </a:extLst>
          </p:cNvPr>
          <p:cNvGrpSpPr/>
          <p:nvPr/>
        </p:nvGrpSpPr>
        <p:grpSpPr>
          <a:xfrm>
            <a:off x="4387554" y="2472793"/>
            <a:ext cx="1019128" cy="840951"/>
            <a:chOff x="3930079" y="3138118"/>
            <a:chExt cx="1019128" cy="840951"/>
          </a:xfrm>
        </p:grpSpPr>
        <p:sp>
          <p:nvSpPr>
            <p:cNvPr id="41" name="TextBox 40">
              <a:extLst>
                <a:ext uri="{FF2B5EF4-FFF2-40B4-BE49-F238E27FC236}">
                  <a16:creationId xmlns:a16="http://schemas.microsoft.com/office/drawing/2014/main" id="{F90BD4B5-3867-4146-B3C3-AFC0E970BBA8}"/>
                </a:ext>
              </a:extLst>
            </p:cNvPr>
            <p:cNvSpPr txBox="1"/>
            <p:nvPr/>
          </p:nvSpPr>
          <p:spPr>
            <a:xfrm>
              <a:off x="3949626" y="3138118"/>
              <a:ext cx="999581" cy="276999"/>
            </a:xfrm>
            <a:prstGeom prst="rect">
              <a:avLst/>
            </a:prstGeom>
            <a:noFill/>
          </p:spPr>
          <p:txBody>
            <a:bodyPr wrap="square" rtlCol="0">
              <a:spAutoFit/>
            </a:bodyPr>
            <a:lstStyle/>
            <a:p>
              <a:r>
                <a:rPr lang="en-US" sz="1200" dirty="0"/>
                <a:t>AWS ELB</a:t>
              </a:r>
            </a:p>
          </p:txBody>
        </p:sp>
        <p:pic>
          <p:nvPicPr>
            <p:cNvPr id="92" name="Picture 91">
              <a:extLst>
                <a:ext uri="{FF2B5EF4-FFF2-40B4-BE49-F238E27FC236}">
                  <a16:creationId xmlns:a16="http://schemas.microsoft.com/office/drawing/2014/main" id="{237D3E73-70D0-4C6E-971B-02B5170ED579}"/>
                </a:ext>
              </a:extLst>
            </p:cNvPr>
            <p:cNvPicPr>
              <a:picLocks noChangeAspect="1"/>
            </p:cNvPicPr>
            <p:nvPr/>
          </p:nvPicPr>
          <p:blipFill>
            <a:blip r:embed="rId8"/>
            <a:stretch>
              <a:fillRect/>
            </a:stretch>
          </p:blipFill>
          <p:spPr>
            <a:xfrm>
              <a:off x="3930079" y="3350419"/>
              <a:ext cx="923925" cy="628650"/>
            </a:xfrm>
            <a:prstGeom prst="rect">
              <a:avLst/>
            </a:prstGeom>
          </p:spPr>
        </p:pic>
      </p:grpSp>
      <p:grpSp>
        <p:nvGrpSpPr>
          <p:cNvPr id="99" name="Group 98">
            <a:extLst>
              <a:ext uri="{FF2B5EF4-FFF2-40B4-BE49-F238E27FC236}">
                <a16:creationId xmlns:a16="http://schemas.microsoft.com/office/drawing/2014/main" id="{78909013-8393-42EE-A62D-644F661D3B2A}"/>
              </a:ext>
            </a:extLst>
          </p:cNvPr>
          <p:cNvGrpSpPr/>
          <p:nvPr/>
        </p:nvGrpSpPr>
        <p:grpSpPr>
          <a:xfrm>
            <a:off x="6543904" y="5961222"/>
            <a:ext cx="1171011" cy="1120542"/>
            <a:chOff x="10106948" y="1352105"/>
            <a:chExt cx="755165" cy="755165"/>
          </a:xfrm>
        </p:grpSpPr>
        <p:pic>
          <p:nvPicPr>
            <p:cNvPr id="100" name="Picture 6" descr="Image result for network cloud icon">
              <a:extLst>
                <a:ext uri="{FF2B5EF4-FFF2-40B4-BE49-F238E27FC236}">
                  <a16:creationId xmlns:a16="http://schemas.microsoft.com/office/drawing/2014/main" id="{CFCD5E99-B5CC-4D01-9D62-3C85C53B189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06948" y="1352105"/>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101" name="TextBox 100">
              <a:extLst>
                <a:ext uri="{FF2B5EF4-FFF2-40B4-BE49-F238E27FC236}">
                  <a16:creationId xmlns:a16="http://schemas.microsoft.com/office/drawing/2014/main" id="{BE587E06-C5C4-4FC7-B71B-CCFB010E88E3}"/>
                </a:ext>
              </a:extLst>
            </p:cNvPr>
            <p:cNvSpPr txBox="1"/>
            <p:nvPr/>
          </p:nvSpPr>
          <p:spPr>
            <a:xfrm>
              <a:off x="10223298" y="1694940"/>
              <a:ext cx="547723" cy="207420"/>
            </a:xfrm>
            <a:prstGeom prst="rect">
              <a:avLst/>
            </a:prstGeom>
            <a:noFill/>
          </p:spPr>
          <p:txBody>
            <a:bodyPr wrap="square" rtlCol="0">
              <a:spAutoFit/>
            </a:bodyPr>
            <a:lstStyle/>
            <a:p>
              <a:r>
                <a:rPr lang="en-US" sz="1400" dirty="0"/>
                <a:t>Internet</a:t>
              </a:r>
              <a:endParaRPr lang="en-US" sz="1200" dirty="0"/>
            </a:p>
          </p:txBody>
        </p:sp>
      </p:grpSp>
      <p:cxnSp>
        <p:nvCxnSpPr>
          <p:cNvPr id="102" name="Straight Arrow Connector 101">
            <a:extLst>
              <a:ext uri="{FF2B5EF4-FFF2-40B4-BE49-F238E27FC236}">
                <a16:creationId xmlns:a16="http://schemas.microsoft.com/office/drawing/2014/main" id="{3F94B6D9-CD8C-4127-9129-CCF4AD8125A6}"/>
              </a:ext>
            </a:extLst>
          </p:cNvPr>
          <p:cNvCxnSpPr>
            <a:cxnSpLocks/>
          </p:cNvCxnSpPr>
          <p:nvPr/>
        </p:nvCxnSpPr>
        <p:spPr>
          <a:xfrm>
            <a:off x="7141313" y="5961215"/>
            <a:ext cx="7679" cy="252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7" name="Picture 106">
            <a:extLst>
              <a:ext uri="{FF2B5EF4-FFF2-40B4-BE49-F238E27FC236}">
                <a16:creationId xmlns:a16="http://schemas.microsoft.com/office/drawing/2014/main" id="{75CB31EC-92ED-418E-92C7-BC44D6817956}"/>
              </a:ext>
            </a:extLst>
          </p:cNvPr>
          <p:cNvPicPr>
            <a:picLocks noChangeAspect="1"/>
          </p:cNvPicPr>
          <p:nvPr/>
        </p:nvPicPr>
        <p:blipFill>
          <a:blip r:embed="rId10"/>
          <a:stretch>
            <a:fillRect/>
          </a:stretch>
        </p:blipFill>
        <p:spPr>
          <a:xfrm>
            <a:off x="9505525" y="3694418"/>
            <a:ext cx="755859" cy="731178"/>
          </a:xfrm>
          <a:prstGeom prst="rect">
            <a:avLst/>
          </a:prstGeom>
        </p:spPr>
      </p:pic>
      <p:sp>
        <p:nvSpPr>
          <p:cNvPr id="108" name="TextBox 107">
            <a:extLst>
              <a:ext uri="{FF2B5EF4-FFF2-40B4-BE49-F238E27FC236}">
                <a16:creationId xmlns:a16="http://schemas.microsoft.com/office/drawing/2014/main" id="{A08F8212-13F1-49F6-A3C4-B7C5AA38BEF6}"/>
              </a:ext>
            </a:extLst>
          </p:cNvPr>
          <p:cNvSpPr txBox="1"/>
          <p:nvPr/>
        </p:nvSpPr>
        <p:spPr>
          <a:xfrm>
            <a:off x="9379929" y="4390132"/>
            <a:ext cx="1140416" cy="283144"/>
          </a:xfrm>
          <a:prstGeom prst="rect">
            <a:avLst/>
          </a:prstGeom>
          <a:noFill/>
        </p:spPr>
        <p:txBody>
          <a:bodyPr wrap="square" rtlCol="0">
            <a:spAutoFit/>
          </a:bodyPr>
          <a:lstStyle/>
          <a:p>
            <a:r>
              <a:rPr lang="en-US" sz="1200" dirty="0"/>
              <a:t>AWS Route 53</a:t>
            </a:r>
          </a:p>
        </p:txBody>
      </p:sp>
      <p:grpSp>
        <p:nvGrpSpPr>
          <p:cNvPr id="110" name="Group 109">
            <a:extLst>
              <a:ext uri="{FF2B5EF4-FFF2-40B4-BE49-F238E27FC236}">
                <a16:creationId xmlns:a16="http://schemas.microsoft.com/office/drawing/2014/main" id="{CAEDE5AF-776D-42B1-9736-CB16E48472DA}"/>
              </a:ext>
            </a:extLst>
          </p:cNvPr>
          <p:cNvGrpSpPr/>
          <p:nvPr/>
        </p:nvGrpSpPr>
        <p:grpSpPr>
          <a:xfrm>
            <a:off x="4112398" y="4344740"/>
            <a:ext cx="1620063" cy="857805"/>
            <a:chOff x="7334259" y="3986112"/>
            <a:chExt cx="1620063" cy="857805"/>
          </a:xfrm>
        </p:grpSpPr>
        <p:pic>
          <p:nvPicPr>
            <p:cNvPr id="105" name="Picture 104">
              <a:extLst>
                <a:ext uri="{FF2B5EF4-FFF2-40B4-BE49-F238E27FC236}">
                  <a16:creationId xmlns:a16="http://schemas.microsoft.com/office/drawing/2014/main" id="{BD0F32A5-9931-49B3-9EFD-040CA0406E5F}"/>
                </a:ext>
              </a:extLst>
            </p:cNvPr>
            <p:cNvPicPr>
              <a:picLocks noChangeAspect="1"/>
            </p:cNvPicPr>
            <p:nvPr/>
          </p:nvPicPr>
          <p:blipFill>
            <a:blip r:embed="rId11"/>
            <a:stretch>
              <a:fillRect/>
            </a:stretch>
          </p:blipFill>
          <p:spPr>
            <a:xfrm>
              <a:off x="7841358" y="3986112"/>
              <a:ext cx="565815" cy="575865"/>
            </a:xfrm>
            <a:prstGeom prst="rect">
              <a:avLst/>
            </a:prstGeom>
          </p:spPr>
        </p:pic>
        <p:sp>
          <p:nvSpPr>
            <p:cNvPr id="109" name="TextBox 108">
              <a:extLst>
                <a:ext uri="{FF2B5EF4-FFF2-40B4-BE49-F238E27FC236}">
                  <a16:creationId xmlns:a16="http://schemas.microsoft.com/office/drawing/2014/main" id="{2E801366-535B-4825-96AB-4DD71246AE0F}"/>
                </a:ext>
              </a:extLst>
            </p:cNvPr>
            <p:cNvSpPr txBox="1"/>
            <p:nvPr/>
          </p:nvSpPr>
          <p:spPr>
            <a:xfrm>
              <a:off x="7334259" y="4566918"/>
              <a:ext cx="1620063" cy="276999"/>
            </a:xfrm>
            <a:prstGeom prst="rect">
              <a:avLst/>
            </a:prstGeom>
            <a:noFill/>
          </p:spPr>
          <p:txBody>
            <a:bodyPr wrap="square" rtlCol="0">
              <a:spAutoFit/>
            </a:bodyPr>
            <a:lstStyle/>
            <a:p>
              <a:r>
                <a:rPr lang="en-US" sz="1200" dirty="0"/>
                <a:t>Public Routing Table</a:t>
              </a:r>
            </a:p>
          </p:txBody>
        </p:sp>
      </p:grpSp>
      <p:grpSp>
        <p:nvGrpSpPr>
          <p:cNvPr id="111" name="Group 110">
            <a:extLst>
              <a:ext uri="{FF2B5EF4-FFF2-40B4-BE49-F238E27FC236}">
                <a16:creationId xmlns:a16="http://schemas.microsoft.com/office/drawing/2014/main" id="{A07F737F-1C2D-4FF8-BE4A-AEB310C773E8}"/>
              </a:ext>
            </a:extLst>
          </p:cNvPr>
          <p:cNvGrpSpPr/>
          <p:nvPr/>
        </p:nvGrpSpPr>
        <p:grpSpPr>
          <a:xfrm>
            <a:off x="5914292" y="3875402"/>
            <a:ext cx="1620063" cy="857805"/>
            <a:chOff x="7334259" y="3986112"/>
            <a:chExt cx="1620063" cy="857805"/>
          </a:xfrm>
        </p:grpSpPr>
        <p:pic>
          <p:nvPicPr>
            <p:cNvPr id="112" name="Picture 111">
              <a:extLst>
                <a:ext uri="{FF2B5EF4-FFF2-40B4-BE49-F238E27FC236}">
                  <a16:creationId xmlns:a16="http://schemas.microsoft.com/office/drawing/2014/main" id="{1AE121E3-08D9-4D0F-8065-171FECEB8F25}"/>
                </a:ext>
              </a:extLst>
            </p:cNvPr>
            <p:cNvPicPr>
              <a:picLocks noChangeAspect="1"/>
            </p:cNvPicPr>
            <p:nvPr/>
          </p:nvPicPr>
          <p:blipFill>
            <a:blip r:embed="rId11"/>
            <a:stretch>
              <a:fillRect/>
            </a:stretch>
          </p:blipFill>
          <p:spPr>
            <a:xfrm>
              <a:off x="7841358" y="3986112"/>
              <a:ext cx="565815" cy="575865"/>
            </a:xfrm>
            <a:prstGeom prst="rect">
              <a:avLst/>
            </a:prstGeom>
          </p:spPr>
        </p:pic>
        <p:sp>
          <p:nvSpPr>
            <p:cNvPr id="113" name="TextBox 112">
              <a:extLst>
                <a:ext uri="{FF2B5EF4-FFF2-40B4-BE49-F238E27FC236}">
                  <a16:creationId xmlns:a16="http://schemas.microsoft.com/office/drawing/2014/main" id="{DB29E223-32B5-4FA8-A387-E14B7CF8D6EC}"/>
                </a:ext>
              </a:extLst>
            </p:cNvPr>
            <p:cNvSpPr txBox="1"/>
            <p:nvPr/>
          </p:nvSpPr>
          <p:spPr>
            <a:xfrm>
              <a:off x="7334259" y="4566918"/>
              <a:ext cx="1620063" cy="276999"/>
            </a:xfrm>
            <a:prstGeom prst="rect">
              <a:avLst/>
            </a:prstGeom>
            <a:noFill/>
          </p:spPr>
          <p:txBody>
            <a:bodyPr wrap="square" rtlCol="0">
              <a:spAutoFit/>
            </a:bodyPr>
            <a:lstStyle/>
            <a:p>
              <a:r>
                <a:rPr lang="en-US" sz="1200" dirty="0"/>
                <a:t>Private Routing Table</a:t>
              </a:r>
            </a:p>
          </p:txBody>
        </p:sp>
      </p:grpSp>
      <p:sp>
        <p:nvSpPr>
          <p:cNvPr id="116" name="Rectangle 115">
            <a:extLst>
              <a:ext uri="{FF2B5EF4-FFF2-40B4-BE49-F238E27FC236}">
                <a16:creationId xmlns:a16="http://schemas.microsoft.com/office/drawing/2014/main" id="{997EA025-AE2C-4A25-880F-36353F99DDC3}"/>
              </a:ext>
            </a:extLst>
          </p:cNvPr>
          <p:cNvSpPr/>
          <p:nvPr/>
        </p:nvSpPr>
        <p:spPr>
          <a:xfrm>
            <a:off x="4346333" y="2472793"/>
            <a:ext cx="999581" cy="907858"/>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00DA1215-57DE-4E51-AAE1-F6693DE3753B}"/>
              </a:ext>
            </a:extLst>
          </p:cNvPr>
          <p:cNvSpPr/>
          <p:nvPr/>
        </p:nvSpPr>
        <p:spPr>
          <a:xfrm>
            <a:off x="4276318" y="2408474"/>
            <a:ext cx="1127973" cy="10290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83977B31-51BE-43E5-84B0-BC28CB06BD67}"/>
              </a:ext>
            </a:extLst>
          </p:cNvPr>
          <p:cNvSpPr/>
          <p:nvPr/>
        </p:nvSpPr>
        <p:spPr>
          <a:xfrm>
            <a:off x="6448818" y="2316488"/>
            <a:ext cx="999581" cy="1105490"/>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1EB05496-3B74-4A26-BBCB-EB0AFAB447F9}"/>
              </a:ext>
            </a:extLst>
          </p:cNvPr>
          <p:cNvSpPr/>
          <p:nvPr/>
        </p:nvSpPr>
        <p:spPr>
          <a:xfrm>
            <a:off x="6378803" y="2252169"/>
            <a:ext cx="1127973" cy="125303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3701B1B8-F45D-43A4-8875-8552208DBC51}"/>
              </a:ext>
            </a:extLst>
          </p:cNvPr>
          <p:cNvSpPr/>
          <p:nvPr/>
        </p:nvSpPr>
        <p:spPr>
          <a:xfrm>
            <a:off x="8438607" y="2325958"/>
            <a:ext cx="1192717" cy="1130691"/>
          </a:xfrm>
          <a:prstGeom prst="rect">
            <a:avLst/>
          </a:pr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478B6CAE-4ACC-4DB7-966B-75D63F104305}"/>
              </a:ext>
            </a:extLst>
          </p:cNvPr>
          <p:cNvSpPr/>
          <p:nvPr/>
        </p:nvSpPr>
        <p:spPr>
          <a:xfrm>
            <a:off x="8368592" y="2261640"/>
            <a:ext cx="1345916" cy="128159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C357F7DD-7EB9-488D-848A-19F1B68E9AEE}"/>
              </a:ext>
            </a:extLst>
          </p:cNvPr>
          <p:cNvSpPr/>
          <p:nvPr/>
        </p:nvSpPr>
        <p:spPr>
          <a:xfrm>
            <a:off x="6485445" y="4988229"/>
            <a:ext cx="1155372" cy="61413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B7375ECD-5460-4CB1-9D33-862723C35083}"/>
              </a:ext>
            </a:extLst>
          </p:cNvPr>
          <p:cNvSpPr/>
          <p:nvPr/>
        </p:nvSpPr>
        <p:spPr>
          <a:xfrm>
            <a:off x="6411140" y="4911439"/>
            <a:ext cx="1303775" cy="7446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0C337B48-297F-4094-88E9-5D182807249E}"/>
              </a:ext>
            </a:extLst>
          </p:cNvPr>
          <p:cNvSpPr/>
          <p:nvPr/>
        </p:nvSpPr>
        <p:spPr>
          <a:xfrm>
            <a:off x="9435154" y="3678132"/>
            <a:ext cx="999581" cy="1105490"/>
          </a:xfrm>
          <a:prstGeom prst="rect">
            <a:avLst/>
          </a:pr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3" name="Straight Arrow Connector 132">
            <a:extLst>
              <a:ext uri="{FF2B5EF4-FFF2-40B4-BE49-F238E27FC236}">
                <a16:creationId xmlns:a16="http://schemas.microsoft.com/office/drawing/2014/main" id="{8CDB014A-548F-4044-ACFE-EE868C2749E1}"/>
              </a:ext>
            </a:extLst>
          </p:cNvPr>
          <p:cNvCxnSpPr>
            <a:cxnSpLocks/>
            <a:stCxn id="122" idx="1"/>
            <a:endCxn id="105" idx="3"/>
          </p:cNvCxnSpPr>
          <p:nvPr/>
        </p:nvCxnSpPr>
        <p:spPr>
          <a:xfrm flipH="1" flipV="1">
            <a:off x="5185312" y="4632673"/>
            <a:ext cx="1300133" cy="662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D776D906-1493-4B14-8C47-B198A5546242}"/>
              </a:ext>
            </a:extLst>
          </p:cNvPr>
          <p:cNvCxnSpPr>
            <a:cxnSpLocks/>
            <a:stCxn id="116" idx="2"/>
            <a:endCxn id="112" idx="1"/>
          </p:cNvCxnSpPr>
          <p:nvPr/>
        </p:nvCxnSpPr>
        <p:spPr>
          <a:xfrm>
            <a:off x="4846124" y="3380651"/>
            <a:ext cx="1575267" cy="782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57AF0412-F810-4DEE-AE1F-069A660578AF}"/>
              </a:ext>
            </a:extLst>
          </p:cNvPr>
          <p:cNvCxnSpPr>
            <a:cxnSpLocks/>
            <a:stCxn id="118" idx="2"/>
            <a:endCxn id="112" idx="0"/>
          </p:cNvCxnSpPr>
          <p:nvPr/>
        </p:nvCxnSpPr>
        <p:spPr>
          <a:xfrm flipH="1">
            <a:off x="6704299" y="3421978"/>
            <a:ext cx="244310" cy="453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97E149D5-6E6C-4AF9-8998-741BC1FB2138}"/>
              </a:ext>
            </a:extLst>
          </p:cNvPr>
          <p:cNvCxnSpPr>
            <a:cxnSpLocks/>
            <a:stCxn id="120" idx="2"/>
            <a:endCxn id="112" idx="3"/>
          </p:cNvCxnSpPr>
          <p:nvPr/>
        </p:nvCxnSpPr>
        <p:spPr>
          <a:xfrm flipH="1">
            <a:off x="6987206" y="3456649"/>
            <a:ext cx="2047760" cy="706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30E5AF34-4D74-416A-A073-A60E2EADF244}"/>
              </a:ext>
            </a:extLst>
          </p:cNvPr>
          <p:cNvCxnSpPr>
            <a:cxnSpLocks/>
            <a:endCxn id="112" idx="1"/>
          </p:cNvCxnSpPr>
          <p:nvPr/>
        </p:nvCxnSpPr>
        <p:spPr>
          <a:xfrm flipH="1">
            <a:off x="6421391" y="4163335"/>
            <a:ext cx="30137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697B6BE8-DA34-467D-9834-625DD7B438B0}"/>
              </a:ext>
            </a:extLst>
          </p:cNvPr>
          <p:cNvCxnSpPr>
            <a:cxnSpLocks/>
            <a:stCxn id="80" idx="2"/>
            <a:endCxn id="105" idx="1"/>
          </p:cNvCxnSpPr>
          <p:nvPr/>
        </p:nvCxnSpPr>
        <p:spPr>
          <a:xfrm>
            <a:off x="3592665" y="3967499"/>
            <a:ext cx="1026832" cy="665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56" name="Group 155">
            <a:extLst>
              <a:ext uri="{FF2B5EF4-FFF2-40B4-BE49-F238E27FC236}">
                <a16:creationId xmlns:a16="http://schemas.microsoft.com/office/drawing/2014/main" id="{4BFF6FB6-9AEB-4753-BA2F-DB25A5BAC8B1}"/>
              </a:ext>
            </a:extLst>
          </p:cNvPr>
          <p:cNvGrpSpPr/>
          <p:nvPr/>
        </p:nvGrpSpPr>
        <p:grpSpPr>
          <a:xfrm>
            <a:off x="8669222" y="5915480"/>
            <a:ext cx="3062081" cy="923330"/>
            <a:chOff x="7876392" y="75519"/>
            <a:chExt cx="3753393" cy="923330"/>
          </a:xfrm>
        </p:grpSpPr>
        <p:sp>
          <p:nvSpPr>
            <p:cNvPr id="152" name="TextBox 151">
              <a:extLst>
                <a:ext uri="{FF2B5EF4-FFF2-40B4-BE49-F238E27FC236}">
                  <a16:creationId xmlns:a16="http://schemas.microsoft.com/office/drawing/2014/main" id="{D3B7922D-A3B8-4E3F-BD09-CA95551D7731}"/>
                </a:ext>
              </a:extLst>
            </p:cNvPr>
            <p:cNvSpPr txBox="1"/>
            <p:nvPr/>
          </p:nvSpPr>
          <p:spPr>
            <a:xfrm>
              <a:off x="7876392" y="75519"/>
              <a:ext cx="3753393" cy="923330"/>
            </a:xfrm>
            <a:prstGeom prst="rect">
              <a:avLst/>
            </a:prstGeom>
            <a:solidFill>
              <a:schemeClr val="bg1"/>
            </a:solidFill>
            <a:ln>
              <a:solidFill>
                <a:schemeClr val="tx1"/>
              </a:solidFill>
            </a:ln>
          </p:spPr>
          <p:txBody>
            <a:bodyPr wrap="square" rtlCol="0">
              <a:spAutoFit/>
            </a:bodyPr>
            <a:lstStyle/>
            <a:p>
              <a:r>
                <a:rPr lang="en-US" dirty="0"/>
                <a:t>Legend:</a:t>
              </a:r>
            </a:p>
            <a:p>
              <a:r>
                <a:rPr lang="en-US" dirty="0"/>
                <a:t>            Security Group</a:t>
              </a:r>
            </a:p>
            <a:p>
              <a:r>
                <a:rPr lang="en-US" dirty="0"/>
                <a:t>            Subnet</a:t>
              </a:r>
            </a:p>
          </p:txBody>
        </p:sp>
        <p:cxnSp>
          <p:nvCxnSpPr>
            <p:cNvPr id="154" name="Straight Connector 153">
              <a:extLst>
                <a:ext uri="{FF2B5EF4-FFF2-40B4-BE49-F238E27FC236}">
                  <a16:creationId xmlns:a16="http://schemas.microsoft.com/office/drawing/2014/main" id="{AD7869FC-2243-4F5D-8754-C30D7F0A5623}"/>
                </a:ext>
              </a:extLst>
            </p:cNvPr>
            <p:cNvCxnSpPr/>
            <p:nvPr/>
          </p:nvCxnSpPr>
          <p:spPr>
            <a:xfrm>
              <a:off x="8041611" y="528310"/>
              <a:ext cx="6013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19A53954-4461-4539-9463-3556E960A3D4}"/>
                </a:ext>
              </a:extLst>
            </p:cNvPr>
            <p:cNvCxnSpPr/>
            <p:nvPr/>
          </p:nvCxnSpPr>
          <p:spPr>
            <a:xfrm>
              <a:off x="8067889" y="793251"/>
              <a:ext cx="601333"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pic>
        <p:nvPicPr>
          <p:cNvPr id="1026" name="Picture 2" descr="Linux Server Icons PNG - Free PNG and Icons Downloads">
            <a:extLst>
              <a:ext uri="{FF2B5EF4-FFF2-40B4-BE49-F238E27FC236}">
                <a16:creationId xmlns:a16="http://schemas.microsoft.com/office/drawing/2014/main" id="{04868BAD-74FF-48B7-8C46-A623E2716C5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24256" y="4914582"/>
            <a:ext cx="668676" cy="1030722"/>
          </a:xfrm>
          <a:prstGeom prst="rect">
            <a:avLst/>
          </a:prstGeom>
          <a:noFill/>
          <a:extLst>
            <a:ext uri="{909E8E84-426E-40DD-AFC4-6F175D3DCCD1}">
              <a14:hiddenFill xmlns:a14="http://schemas.microsoft.com/office/drawing/2010/main">
                <a:solidFill>
                  <a:srgbClr val="FFFFFF"/>
                </a:solidFill>
              </a14:hiddenFill>
            </a:ext>
          </a:extLst>
        </p:spPr>
      </p:pic>
      <p:cxnSp>
        <p:nvCxnSpPr>
          <p:cNvPr id="68" name="Straight Arrow Connector 67">
            <a:extLst>
              <a:ext uri="{FF2B5EF4-FFF2-40B4-BE49-F238E27FC236}">
                <a16:creationId xmlns:a16="http://schemas.microsoft.com/office/drawing/2014/main" id="{A1D25F15-B8A5-4B0E-85A4-F482D35CBC06}"/>
              </a:ext>
            </a:extLst>
          </p:cNvPr>
          <p:cNvCxnSpPr>
            <a:cxnSpLocks/>
            <a:stCxn id="8" idx="2"/>
            <a:endCxn id="1026" idx="0"/>
          </p:cNvCxnSpPr>
          <p:nvPr/>
        </p:nvCxnSpPr>
        <p:spPr>
          <a:xfrm>
            <a:off x="851775" y="3940948"/>
            <a:ext cx="1506819" cy="973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92274331-D736-4978-880C-E8FAAB403A45}"/>
              </a:ext>
            </a:extLst>
          </p:cNvPr>
          <p:cNvSpPr txBox="1"/>
          <p:nvPr/>
        </p:nvSpPr>
        <p:spPr>
          <a:xfrm>
            <a:off x="1628677" y="6001384"/>
            <a:ext cx="1776737" cy="646331"/>
          </a:xfrm>
          <a:prstGeom prst="rect">
            <a:avLst/>
          </a:prstGeom>
          <a:solidFill>
            <a:schemeClr val="bg1"/>
          </a:solidFill>
          <a:ln>
            <a:solidFill>
              <a:schemeClr val="tx1"/>
            </a:solidFill>
          </a:ln>
        </p:spPr>
        <p:txBody>
          <a:bodyPr wrap="square" rtlCol="0">
            <a:spAutoFit/>
          </a:bodyPr>
          <a:lstStyle/>
          <a:p>
            <a:r>
              <a:rPr lang="en-US" sz="1200" dirty="0"/>
              <a:t>AWSVPCB Scripts – Run from AWS Academy Learner Lab</a:t>
            </a:r>
          </a:p>
        </p:txBody>
      </p:sp>
      <p:cxnSp>
        <p:nvCxnSpPr>
          <p:cNvPr id="74" name="Straight Arrow Connector 73">
            <a:extLst>
              <a:ext uri="{FF2B5EF4-FFF2-40B4-BE49-F238E27FC236}">
                <a16:creationId xmlns:a16="http://schemas.microsoft.com/office/drawing/2014/main" id="{51A39A95-28D9-471B-8ABF-777871E1A715}"/>
              </a:ext>
            </a:extLst>
          </p:cNvPr>
          <p:cNvCxnSpPr>
            <a:cxnSpLocks/>
            <a:stCxn id="1026" idx="0"/>
          </p:cNvCxnSpPr>
          <p:nvPr/>
        </p:nvCxnSpPr>
        <p:spPr>
          <a:xfrm flipV="1">
            <a:off x="2358594" y="4260372"/>
            <a:ext cx="690810" cy="654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24A6B9E8-D653-4983-B26D-5CEE3F09F12E}"/>
              </a:ext>
            </a:extLst>
          </p:cNvPr>
          <p:cNvGrpSpPr/>
          <p:nvPr/>
        </p:nvGrpSpPr>
        <p:grpSpPr>
          <a:xfrm>
            <a:off x="3073592" y="2769899"/>
            <a:ext cx="1433265" cy="1085577"/>
            <a:chOff x="6508147" y="1543619"/>
            <a:chExt cx="1433265" cy="1085577"/>
          </a:xfrm>
        </p:grpSpPr>
        <p:pic>
          <p:nvPicPr>
            <p:cNvPr id="76" name="Picture 6" descr="Image result for web server icon">
              <a:extLst>
                <a:ext uri="{FF2B5EF4-FFF2-40B4-BE49-F238E27FC236}">
                  <a16:creationId xmlns:a16="http://schemas.microsoft.com/office/drawing/2014/main" id="{55FF6926-B4B2-400F-93FC-AC00327FB2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92046" y="1790178"/>
              <a:ext cx="699182" cy="839018"/>
            </a:xfrm>
            <a:prstGeom prst="rect">
              <a:avLst/>
            </a:prstGeom>
            <a:noFill/>
            <a:extLst>
              <a:ext uri="{909E8E84-426E-40DD-AFC4-6F175D3DCCD1}">
                <a14:hiddenFill xmlns:a14="http://schemas.microsoft.com/office/drawing/2010/main">
                  <a:solidFill>
                    <a:srgbClr val="FFFFFF"/>
                  </a:solidFill>
                </a14:hiddenFill>
              </a:ext>
            </a:extLst>
          </p:spPr>
        </p:pic>
        <p:sp>
          <p:nvSpPr>
            <p:cNvPr id="77" name="TextBox 76">
              <a:extLst>
                <a:ext uri="{FF2B5EF4-FFF2-40B4-BE49-F238E27FC236}">
                  <a16:creationId xmlns:a16="http://schemas.microsoft.com/office/drawing/2014/main" id="{696BFF64-AE2A-44BD-A50E-D0CC9BC8A1F6}"/>
                </a:ext>
              </a:extLst>
            </p:cNvPr>
            <p:cNvSpPr txBox="1"/>
            <p:nvPr/>
          </p:nvSpPr>
          <p:spPr>
            <a:xfrm>
              <a:off x="6508147" y="1543619"/>
              <a:ext cx="1433265" cy="261610"/>
            </a:xfrm>
            <a:prstGeom prst="rect">
              <a:avLst/>
            </a:prstGeom>
            <a:noFill/>
          </p:spPr>
          <p:txBody>
            <a:bodyPr wrap="square" rtlCol="0">
              <a:spAutoFit/>
            </a:bodyPr>
            <a:lstStyle/>
            <a:p>
              <a:r>
                <a:rPr lang="en-US" sz="1100" dirty="0"/>
                <a:t>Bastion Server</a:t>
              </a:r>
            </a:p>
          </p:txBody>
        </p:sp>
      </p:grpSp>
      <p:sp>
        <p:nvSpPr>
          <p:cNvPr id="80" name="Rectangle 79">
            <a:extLst>
              <a:ext uri="{FF2B5EF4-FFF2-40B4-BE49-F238E27FC236}">
                <a16:creationId xmlns:a16="http://schemas.microsoft.com/office/drawing/2014/main" id="{82B5851C-6969-4E65-9EA4-81E502A868A6}"/>
              </a:ext>
            </a:extLst>
          </p:cNvPr>
          <p:cNvSpPr/>
          <p:nvPr/>
        </p:nvSpPr>
        <p:spPr>
          <a:xfrm>
            <a:off x="3072932" y="2762701"/>
            <a:ext cx="1039465" cy="12047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12554AA7-A52A-457C-86AE-C444CB2FEE1D}"/>
              </a:ext>
            </a:extLst>
          </p:cNvPr>
          <p:cNvSpPr/>
          <p:nvPr/>
        </p:nvSpPr>
        <p:spPr>
          <a:xfrm>
            <a:off x="3147374" y="2806397"/>
            <a:ext cx="914094" cy="111122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Arrow Connector 86">
            <a:extLst>
              <a:ext uri="{FF2B5EF4-FFF2-40B4-BE49-F238E27FC236}">
                <a16:creationId xmlns:a16="http://schemas.microsoft.com/office/drawing/2014/main" id="{B1721AFD-FEBA-4C5F-830A-AAACE96356BF}"/>
              </a:ext>
            </a:extLst>
          </p:cNvPr>
          <p:cNvCxnSpPr>
            <a:cxnSpLocks/>
            <a:stCxn id="9" idx="3"/>
          </p:cNvCxnSpPr>
          <p:nvPr/>
        </p:nvCxnSpPr>
        <p:spPr>
          <a:xfrm>
            <a:off x="1261665" y="3326490"/>
            <a:ext cx="1861521" cy="35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68AA7EFB-5286-4B44-A5DF-66E58C240F9E}"/>
              </a:ext>
            </a:extLst>
          </p:cNvPr>
          <p:cNvGrpSpPr/>
          <p:nvPr/>
        </p:nvGrpSpPr>
        <p:grpSpPr>
          <a:xfrm>
            <a:off x="1746672" y="2784227"/>
            <a:ext cx="1171011" cy="1120542"/>
            <a:chOff x="10106948" y="1352105"/>
            <a:chExt cx="755165" cy="755165"/>
          </a:xfrm>
        </p:grpSpPr>
        <p:pic>
          <p:nvPicPr>
            <p:cNvPr id="25" name="Picture 6" descr="Image result for network cloud icon">
              <a:extLst>
                <a:ext uri="{FF2B5EF4-FFF2-40B4-BE49-F238E27FC236}">
                  <a16:creationId xmlns:a16="http://schemas.microsoft.com/office/drawing/2014/main" id="{6832F379-9112-4E6E-9A2B-5F8782DAE44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06948" y="1352105"/>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7418A799-91C4-48B5-B6E5-E8136ED78239}"/>
                </a:ext>
              </a:extLst>
            </p:cNvPr>
            <p:cNvSpPr txBox="1"/>
            <p:nvPr/>
          </p:nvSpPr>
          <p:spPr>
            <a:xfrm>
              <a:off x="10214185" y="1697243"/>
              <a:ext cx="547723" cy="207420"/>
            </a:xfrm>
            <a:prstGeom prst="rect">
              <a:avLst/>
            </a:prstGeom>
            <a:noFill/>
          </p:spPr>
          <p:txBody>
            <a:bodyPr wrap="square" rtlCol="0">
              <a:spAutoFit/>
            </a:bodyPr>
            <a:lstStyle/>
            <a:p>
              <a:r>
                <a:rPr lang="en-US" sz="1400" dirty="0"/>
                <a:t>Internet</a:t>
              </a:r>
              <a:endParaRPr lang="en-US" sz="1200" dirty="0"/>
            </a:p>
          </p:txBody>
        </p:sp>
      </p:grpSp>
      <p:sp>
        <p:nvSpPr>
          <p:cNvPr id="3" name="TextBox 2">
            <a:extLst>
              <a:ext uri="{FF2B5EF4-FFF2-40B4-BE49-F238E27FC236}">
                <a16:creationId xmlns:a16="http://schemas.microsoft.com/office/drawing/2014/main" id="{AA7D1DA8-DFD9-02A2-3DBF-7FE8DD163582}"/>
              </a:ext>
            </a:extLst>
          </p:cNvPr>
          <p:cNvSpPr txBox="1"/>
          <p:nvPr/>
        </p:nvSpPr>
        <p:spPr>
          <a:xfrm>
            <a:off x="343819" y="878602"/>
            <a:ext cx="9488492" cy="1200329"/>
          </a:xfrm>
          <a:prstGeom prst="rect">
            <a:avLst/>
          </a:prstGeom>
          <a:noFill/>
        </p:spPr>
        <p:txBody>
          <a:bodyPr wrap="square" rtlCol="0">
            <a:spAutoFit/>
          </a:bodyPr>
          <a:lstStyle/>
          <a:p>
            <a:r>
              <a:rPr lang="en-US" dirty="0"/>
              <a:t>AWSVPCB comes with 2 pre-defined VPC configurations (vpc0 &amp; vpc1).  The difference is how students connect into the VPC with vpc0 (default and recommended) shown below using a BASTION host and vpc1 displayed in the appendix using a client VPN.</a:t>
            </a:r>
          </a:p>
          <a:p>
            <a:endParaRPr lang="en-US" dirty="0"/>
          </a:p>
        </p:txBody>
      </p:sp>
    </p:spTree>
    <p:extLst>
      <p:ext uri="{BB962C8B-B14F-4D97-AF65-F5344CB8AC3E}">
        <p14:creationId xmlns:p14="http://schemas.microsoft.com/office/powerpoint/2010/main" val="2533446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Image result for network cloud icon">
            <a:extLst>
              <a:ext uri="{FF2B5EF4-FFF2-40B4-BE49-F238E27FC236}">
                <a16:creationId xmlns:a16="http://schemas.microsoft.com/office/drawing/2014/main" id="{E640B433-41F6-4237-BE23-D3C1B28E3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390" y="4577865"/>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45B9448-7EC0-4E4D-8108-F5CD3F235E41}"/>
              </a:ext>
            </a:extLst>
          </p:cNvPr>
          <p:cNvSpPr/>
          <p:nvPr/>
        </p:nvSpPr>
        <p:spPr>
          <a:xfrm>
            <a:off x="408285" y="4188543"/>
            <a:ext cx="1697086" cy="146055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Image result for PC icon">
            <a:extLst>
              <a:ext uri="{FF2B5EF4-FFF2-40B4-BE49-F238E27FC236}">
                <a16:creationId xmlns:a16="http://schemas.microsoft.com/office/drawing/2014/main" id="{254E01AF-EAC3-40E9-9B8D-4ACBAA429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427" y="4516710"/>
            <a:ext cx="1059931" cy="103585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37AEED5-1BF3-4691-9793-10919511A02D}"/>
              </a:ext>
            </a:extLst>
          </p:cNvPr>
          <p:cNvSpPr txBox="1"/>
          <p:nvPr/>
        </p:nvSpPr>
        <p:spPr>
          <a:xfrm>
            <a:off x="650640" y="4342859"/>
            <a:ext cx="1345916" cy="261610"/>
          </a:xfrm>
          <a:prstGeom prst="rect">
            <a:avLst/>
          </a:prstGeom>
          <a:noFill/>
        </p:spPr>
        <p:txBody>
          <a:bodyPr wrap="square" rtlCol="0">
            <a:spAutoFit/>
          </a:bodyPr>
          <a:lstStyle/>
          <a:p>
            <a:r>
              <a:rPr lang="en-US" sz="1100" dirty="0"/>
              <a:t>Student Machine</a:t>
            </a:r>
          </a:p>
        </p:txBody>
      </p:sp>
      <p:pic>
        <p:nvPicPr>
          <p:cNvPr id="9" name="Picture 4" descr="Image result for browser icon">
            <a:extLst>
              <a:ext uri="{FF2B5EF4-FFF2-40B4-BE49-F238E27FC236}">
                <a16:creationId xmlns:a16="http://schemas.microsoft.com/office/drawing/2014/main" id="{E50D7F1F-BEFF-4C3F-BAF6-363D033C13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6011" y="4811329"/>
            <a:ext cx="288238" cy="2882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E5AD62DE-A41D-42C8-B891-86513908FD2D}"/>
              </a:ext>
            </a:extLst>
          </p:cNvPr>
          <p:cNvSpPr/>
          <p:nvPr/>
        </p:nvSpPr>
        <p:spPr>
          <a:xfrm>
            <a:off x="3573193" y="3544378"/>
            <a:ext cx="7019779" cy="30020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299B1D04-11CD-409A-9E2A-44A7DFB84165}"/>
              </a:ext>
            </a:extLst>
          </p:cNvPr>
          <p:cNvCxnSpPr>
            <a:cxnSpLocks/>
          </p:cNvCxnSpPr>
          <p:nvPr/>
        </p:nvCxnSpPr>
        <p:spPr>
          <a:xfrm>
            <a:off x="1819389" y="4982843"/>
            <a:ext cx="5051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DEB369A2-D615-47FB-9C08-0734481A57A0}"/>
              </a:ext>
            </a:extLst>
          </p:cNvPr>
          <p:cNvSpPr txBox="1"/>
          <p:nvPr/>
        </p:nvSpPr>
        <p:spPr>
          <a:xfrm>
            <a:off x="2385000" y="4883250"/>
            <a:ext cx="849609" cy="261610"/>
          </a:xfrm>
          <a:prstGeom prst="rect">
            <a:avLst/>
          </a:prstGeom>
          <a:noFill/>
        </p:spPr>
        <p:txBody>
          <a:bodyPr wrap="square" rtlCol="0">
            <a:spAutoFit/>
          </a:bodyPr>
          <a:lstStyle/>
          <a:p>
            <a:r>
              <a:rPr lang="en-US" sz="1100" dirty="0"/>
              <a:t>AWS VPN</a:t>
            </a:r>
          </a:p>
        </p:txBody>
      </p:sp>
      <p:pic>
        <p:nvPicPr>
          <p:cNvPr id="46" name="Picture 45">
            <a:extLst>
              <a:ext uri="{FF2B5EF4-FFF2-40B4-BE49-F238E27FC236}">
                <a16:creationId xmlns:a16="http://schemas.microsoft.com/office/drawing/2014/main" id="{10037DFD-0D2E-460C-B0A7-FD7694F40C3D}"/>
              </a:ext>
            </a:extLst>
          </p:cNvPr>
          <p:cNvPicPr>
            <a:picLocks noChangeAspect="1"/>
          </p:cNvPicPr>
          <p:nvPr/>
        </p:nvPicPr>
        <p:blipFill>
          <a:blip r:embed="rId5"/>
          <a:stretch>
            <a:fillRect/>
          </a:stretch>
        </p:blipFill>
        <p:spPr>
          <a:xfrm>
            <a:off x="6900203" y="4527570"/>
            <a:ext cx="699182" cy="650303"/>
          </a:xfrm>
          <a:prstGeom prst="rect">
            <a:avLst/>
          </a:prstGeom>
        </p:spPr>
      </p:pic>
      <p:sp>
        <p:nvSpPr>
          <p:cNvPr id="91" name="TextBox 90">
            <a:extLst>
              <a:ext uri="{FF2B5EF4-FFF2-40B4-BE49-F238E27FC236}">
                <a16:creationId xmlns:a16="http://schemas.microsoft.com/office/drawing/2014/main" id="{B8A0C70A-B4BF-4C5A-8683-B566F61DD879}"/>
              </a:ext>
            </a:extLst>
          </p:cNvPr>
          <p:cNvSpPr txBox="1"/>
          <p:nvPr/>
        </p:nvSpPr>
        <p:spPr>
          <a:xfrm>
            <a:off x="251891" y="3538737"/>
            <a:ext cx="2890276" cy="646331"/>
          </a:xfrm>
          <a:prstGeom prst="rect">
            <a:avLst/>
          </a:prstGeom>
          <a:noFill/>
        </p:spPr>
        <p:txBody>
          <a:bodyPr wrap="square" rtlCol="0">
            <a:spAutoFit/>
          </a:bodyPr>
          <a:lstStyle/>
          <a:p>
            <a:r>
              <a:rPr lang="en-US" dirty="0"/>
              <a:t>Assignments #1, #4, #5, #6, #7, #13, #14, #15, #17</a:t>
            </a:r>
          </a:p>
        </p:txBody>
      </p:sp>
      <p:pic>
        <p:nvPicPr>
          <p:cNvPr id="98" name="Picture 6" descr="Image result for web server icon">
            <a:extLst>
              <a:ext uri="{FF2B5EF4-FFF2-40B4-BE49-F238E27FC236}">
                <a16:creationId xmlns:a16="http://schemas.microsoft.com/office/drawing/2014/main" id="{31BD65F3-5478-4595-B6B9-732A14C57A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8317" y="3793613"/>
            <a:ext cx="699182" cy="839018"/>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6" descr="Image result for web server icon">
            <a:extLst>
              <a:ext uri="{FF2B5EF4-FFF2-40B4-BE49-F238E27FC236}">
                <a16:creationId xmlns:a16="http://schemas.microsoft.com/office/drawing/2014/main" id="{CB8D5ACF-6457-4273-B485-1B6C4A7E3D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2865" y="5318314"/>
            <a:ext cx="699182" cy="839018"/>
          </a:xfrm>
          <a:prstGeom prst="rect">
            <a:avLst/>
          </a:prstGeom>
          <a:noFill/>
          <a:extLst>
            <a:ext uri="{909E8E84-426E-40DD-AFC4-6F175D3DCCD1}">
              <a14:hiddenFill xmlns:a14="http://schemas.microsoft.com/office/drawing/2010/main">
                <a:solidFill>
                  <a:srgbClr val="FFFFFF"/>
                </a:solidFill>
              </a14:hiddenFill>
            </a:ext>
          </a:extLst>
        </p:spPr>
      </p:pic>
      <p:cxnSp>
        <p:nvCxnSpPr>
          <p:cNvPr id="101" name="Straight Arrow Connector 100">
            <a:extLst>
              <a:ext uri="{FF2B5EF4-FFF2-40B4-BE49-F238E27FC236}">
                <a16:creationId xmlns:a16="http://schemas.microsoft.com/office/drawing/2014/main" id="{AF4D126C-C610-476C-B114-2F510E830FF7}"/>
              </a:ext>
            </a:extLst>
          </p:cNvPr>
          <p:cNvCxnSpPr>
            <a:cxnSpLocks/>
            <a:stCxn id="153" idx="3"/>
            <a:endCxn id="99" idx="1"/>
          </p:cNvCxnSpPr>
          <p:nvPr/>
        </p:nvCxnSpPr>
        <p:spPr>
          <a:xfrm>
            <a:off x="3234609" y="5014055"/>
            <a:ext cx="2618256" cy="723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0BCE295A-9257-4679-A957-2848FCD9B902}"/>
              </a:ext>
            </a:extLst>
          </p:cNvPr>
          <p:cNvCxnSpPr>
            <a:cxnSpLocks/>
            <a:stCxn id="99" idx="3"/>
          </p:cNvCxnSpPr>
          <p:nvPr/>
        </p:nvCxnSpPr>
        <p:spPr>
          <a:xfrm flipV="1">
            <a:off x="6552047" y="5465487"/>
            <a:ext cx="2217554" cy="2723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F1C8A380-665C-4AF5-9DD6-6FB24094633D}"/>
              </a:ext>
            </a:extLst>
          </p:cNvPr>
          <p:cNvCxnSpPr>
            <a:cxnSpLocks/>
            <a:stCxn id="98" idx="3"/>
            <a:endCxn id="109" idx="1"/>
          </p:cNvCxnSpPr>
          <p:nvPr/>
        </p:nvCxnSpPr>
        <p:spPr>
          <a:xfrm>
            <a:off x="6447499" y="4213122"/>
            <a:ext cx="2358481" cy="645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9ABD0978-CFA1-4057-8567-A3B868AC1C6E}"/>
              </a:ext>
            </a:extLst>
          </p:cNvPr>
          <p:cNvGrpSpPr/>
          <p:nvPr/>
        </p:nvGrpSpPr>
        <p:grpSpPr>
          <a:xfrm>
            <a:off x="8805980" y="4383014"/>
            <a:ext cx="950742" cy="950742"/>
            <a:chOff x="10762258" y="5321932"/>
            <a:chExt cx="950742" cy="950742"/>
          </a:xfrm>
        </p:grpSpPr>
        <p:pic>
          <p:nvPicPr>
            <p:cNvPr id="109" name="Picture 2" descr="Image result for server icon">
              <a:extLst>
                <a:ext uri="{FF2B5EF4-FFF2-40B4-BE49-F238E27FC236}">
                  <a16:creationId xmlns:a16="http://schemas.microsoft.com/office/drawing/2014/main" id="{C4422CA8-6F54-4F7F-8A03-8430E467DA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62258" y="5321932"/>
              <a:ext cx="950742" cy="950742"/>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109">
              <a:extLst>
                <a:ext uri="{FF2B5EF4-FFF2-40B4-BE49-F238E27FC236}">
                  <a16:creationId xmlns:a16="http://schemas.microsoft.com/office/drawing/2014/main" id="{D372FDBD-4B33-4B31-AE95-60041372138A}"/>
                </a:ext>
              </a:extLst>
            </p:cNvPr>
            <p:cNvPicPr>
              <a:picLocks noChangeAspect="1"/>
            </p:cNvPicPr>
            <p:nvPr/>
          </p:nvPicPr>
          <p:blipFill>
            <a:blip r:embed="rId8"/>
            <a:stretch>
              <a:fillRect/>
            </a:stretch>
          </p:blipFill>
          <p:spPr>
            <a:xfrm flipH="1">
              <a:off x="10987928" y="5896361"/>
              <a:ext cx="249701" cy="249701"/>
            </a:xfrm>
            <a:prstGeom prst="rect">
              <a:avLst/>
            </a:prstGeom>
          </p:spPr>
        </p:pic>
      </p:grpSp>
      <p:cxnSp>
        <p:nvCxnSpPr>
          <p:cNvPr id="100" name="Straight Arrow Connector 99">
            <a:extLst>
              <a:ext uri="{FF2B5EF4-FFF2-40B4-BE49-F238E27FC236}">
                <a16:creationId xmlns:a16="http://schemas.microsoft.com/office/drawing/2014/main" id="{A210FD8B-4DBE-4762-B348-3C17DE44C244}"/>
              </a:ext>
            </a:extLst>
          </p:cNvPr>
          <p:cNvCxnSpPr>
            <a:cxnSpLocks/>
            <a:stCxn id="153" idx="3"/>
            <a:endCxn id="98" idx="1"/>
          </p:cNvCxnSpPr>
          <p:nvPr/>
        </p:nvCxnSpPr>
        <p:spPr>
          <a:xfrm flipV="1">
            <a:off x="3234609" y="4213122"/>
            <a:ext cx="2513708" cy="8009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8646C1C5-89F0-48F5-BB91-DB648419B4FE}"/>
              </a:ext>
            </a:extLst>
          </p:cNvPr>
          <p:cNvCxnSpPr>
            <a:cxnSpLocks/>
            <a:stCxn id="98" idx="3"/>
            <a:endCxn id="46" idx="0"/>
          </p:cNvCxnSpPr>
          <p:nvPr/>
        </p:nvCxnSpPr>
        <p:spPr>
          <a:xfrm>
            <a:off x="6447499" y="4213122"/>
            <a:ext cx="802295" cy="31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6937550-B57D-44FA-B804-F56E4A4348FD}"/>
              </a:ext>
            </a:extLst>
          </p:cNvPr>
          <p:cNvCxnSpPr>
            <a:cxnSpLocks/>
            <a:stCxn id="99" idx="3"/>
            <a:endCxn id="46" idx="2"/>
          </p:cNvCxnSpPr>
          <p:nvPr/>
        </p:nvCxnSpPr>
        <p:spPr>
          <a:xfrm flipV="1">
            <a:off x="6552047" y="5177873"/>
            <a:ext cx="697747" cy="559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EF7AEB70-6AD5-4E3F-85F7-9B9830F06040}"/>
              </a:ext>
            </a:extLst>
          </p:cNvPr>
          <p:cNvCxnSpPr>
            <a:cxnSpLocks/>
            <a:stCxn id="109" idx="1"/>
            <a:endCxn id="46" idx="3"/>
          </p:cNvCxnSpPr>
          <p:nvPr/>
        </p:nvCxnSpPr>
        <p:spPr>
          <a:xfrm flipH="1" flipV="1">
            <a:off x="7599385" y="4852722"/>
            <a:ext cx="1206595" cy="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7" name="Picture 6" descr="Image result for firewall  icon">
            <a:extLst>
              <a:ext uri="{FF2B5EF4-FFF2-40B4-BE49-F238E27FC236}">
                <a16:creationId xmlns:a16="http://schemas.microsoft.com/office/drawing/2014/main" id="{45436F2A-00EE-4479-A448-3142182A507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0273" y="4115729"/>
            <a:ext cx="794984" cy="794984"/>
          </a:xfrm>
          <a:prstGeom prst="rect">
            <a:avLst/>
          </a:prstGeom>
          <a:noFill/>
          <a:extLst>
            <a:ext uri="{909E8E84-426E-40DD-AFC4-6F175D3DCCD1}">
              <a14:hiddenFill xmlns:a14="http://schemas.microsoft.com/office/drawing/2010/main">
                <a:solidFill>
                  <a:srgbClr val="FFFFFF"/>
                </a:solidFill>
              </a14:hiddenFill>
            </a:ext>
          </a:extLst>
        </p:spPr>
      </p:pic>
      <p:cxnSp>
        <p:nvCxnSpPr>
          <p:cNvPr id="115" name="Straight Arrow Connector 114">
            <a:extLst>
              <a:ext uri="{FF2B5EF4-FFF2-40B4-BE49-F238E27FC236}">
                <a16:creationId xmlns:a16="http://schemas.microsoft.com/office/drawing/2014/main" id="{749517AE-CDDC-48CE-A474-F27EC47BF1D4}"/>
              </a:ext>
            </a:extLst>
          </p:cNvPr>
          <p:cNvCxnSpPr>
            <a:cxnSpLocks/>
            <a:stCxn id="153" idx="3"/>
            <a:endCxn id="46" idx="1"/>
          </p:cNvCxnSpPr>
          <p:nvPr/>
        </p:nvCxnSpPr>
        <p:spPr>
          <a:xfrm flipV="1">
            <a:off x="3234609" y="4852722"/>
            <a:ext cx="3665594" cy="161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40" name="Group 139">
            <a:extLst>
              <a:ext uri="{FF2B5EF4-FFF2-40B4-BE49-F238E27FC236}">
                <a16:creationId xmlns:a16="http://schemas.microsoft.com/office/drawing/2014/main" id="{459B595E-0C20-4FE0-8FC6-31AB6DFD28AE}"/>
              </a:ext>
            </a:extLst>
          </p:cNvPr>
          <p:cNvGrpSpPr/>
          <p:nvPr/>
        </p:nvGrpSpPr>
        <p:grpSpPr>
          <a:xfrm>
            <a:off x="11410606" y="4485366"/>
            <a:ext cx="879607" cy="755165"/>
            <a:chOff x="10106948" y="1352105"/>
            <a:chExt cx="879607" cy="755165"/>
          </a:xfrm>
        </p:grpSpPr>
        <p:pic>
          <p:nvPicPr>
            <p:cNvPr id="141" name="Picture 6" descr="Image result for network cloud icon">
              <a:extLst>
                <a:ext uri="{FF2B5EF4-FFF2-40B4-BE49-F238E27FC236}">
                  <a16:creationId xmlns:a16="http://schemas.microsoft.com/office/drawing/2014/main" id="{E3B79278-7568-4D6F-916E-1DF2FE061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6948" y="1352105"/>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142" name="TextBox 141">
              <a:extLst>
                <a:ext uri="{FF2B5EF4-FFF2-40B4-BE49-F238E27FC236}">
                  <a16:creationId xmlns:a16="http://schemas.microsoft.com/office/drawing/2014/main" id="{314D570D-0CE8-4BF8-8FC5-1FED431E0760}"/>
                </a:ext>
              </a:extLst>
            </p:cNvPr>
            <p:cNvSpPr txBox="1"/>
            <p:nvPr/>
          </p:nvSpPr>
          <p:spPr>
            <a:xfrm>
              <a:off x="10136946" y="1667405"/>
              <a:ext cx="849609" cy="261610"/>
            </a:xfrm>
            <a:prstGeom prst="rect">
              <a:avLst/>
            </a:prstGeom>
            <a:noFill/>
          </p:spPr>
          <p:txBody>
            <a:bodyPr wrap="square" rtlCol="0">
              <a:spAutoFit/>
            </a:bodyPr>
            <a:lstStyle/>
            <a:p>
              <a:r>
                <a:rPr lang="en-US" sz="1100" dirty="0"/>
                <a:t>Internet</a:t>
              </a:r>
            </a:p>
          </p:txBody>
        </p:sp>
      </p:grpSp>
      <p:pic>
        <p:nvPicPr>
          <p:cNvPr id="143" name="Picture 142">
            <a:extLst>
              <a:ext uri="{FF2B5EF4-FFF2-40B4-BE49-F238E27FC236}">
                <a16:creationId xmlns:a16="http://schemas.microsoft.com/office/drawing/2014/main" id="{DBD16A5B-A4B8-40CD-B829-56028E878656}"/>
              </a:ext>
            </a:extLst>
          </p:cNvPr>
          <p:cNvPicPr>
            <a:picLocks noChangeAspect="1"/>
          </p:cNvPicPr>
          <p:nvPr/>
        </p:nvPicPr>
        <p:blipFill>
          <a:blip r:embed="rId10"/>
          <a:stretch>
            <a:fillRect/>
          </a:stretch>
        </p:blipFill>
        <p:spPr>
          <a:xfrm>
            <a:off x="10228293" y="4731444"/>
            <a:ext cx="755685" cy="413416"/>
          </a:xfrm>
          <a:prstGeom prst="rect">
            <a:avLst/>
          </a:prstGeom>
        </p:spPr>
      </p:pic>
      <p:sp>
        <p:nvSpPr>
          <p:cNvPr id="144" name="TextBox 143">
            <a:extLst>
              <a:ext uri="{FF2B5EF4-FFF2-40B4-BE49-F238E27FC236}">
                <a16:creationId xmlns:a16="http://schemas.microsoft.com/office/drawing/2014/main" id="{26005F1F-E83F-4574-9A14-F4D8A7ECE39C}"/>
              </a:ext>
            </a:extLst>
          </p:cNvPr>
          <p:cNvSpPr txBox="1"/>
          <p:nvPr/>
        </p:nvSpPr>
        <p:spPr>
          <a:xfrm>
            <a:off x="10021721" y="3562340"/>
            <a:ext cx="840391" cy="369332"/>
          </a:xfrm>
          <a:prstGeom prst="rect">
            <a:avLst/>
          </a:prstGeom>
          <a:noFill/>
        </p:spPr>
        <p:txBody>
          <a:bodyPr wrap="square" rtlCol="0">
            <a:spAutoFit/>
          </a:bodyPr>
          <a:lstStyle/>
          <a:p>
            <a:r>
              <a:rPr lang="en-US" dirty="0"/>
              <a:t>VPC</a:t>
            </a:r>
          </a:p>
        </p:txBody>
      </p:sp>
      <p:cxnSp>
        <p:nvCxnSpPr>
          <p:cNvPr id="147" name="Straight Arrow Connector 146">
            <a:extLst>
              <a:ext uri="{FF2B5EF4-FFF2-40B4-BE49-F238E27FC236}">
                <a16:creationId xmlns:a16="http://schemas.microsoft.com/office/drawing/2014/main" id="{408CFD86-089B-4C01-926B-E38204732CF7}"/>
              </a:ext>
            </a:extLst>
          </p:cNvPr>
          <p:cNvCxnSpPr>
            <a:cxnSpLocks/>
            <a:stCxn id="143" idx="3"/>
            <a:endCxn id="142" idx="1"/>
          </p:cNvCxnSpPr>
          <p:nvPr/>
        </p:nvCxnSpPr>
        <p:spPr>
          <a:xfrm flipV="1">
            <a:off x="10983978" y="4931471"/>
            <a:ext cx="456626" cy="66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6E659D17-54E2-46CC-8D4C-3FABCED2C3EF}"/>
              </a:ext>
            </a:extLst>
          </p:cNvPr>
          <p:cNvSpPr txBox="1"/>
          <p:nvPr/>
        </p:nvSpPr>
        <p:spPr>
          <a:xfrm>
            <a:off x="10186424" y="5091329"/>
            <a:ext cx="950743" cy="261610"/>
          </a:xfrm>
          <a:prstGeom prst="rect">
            <a:avLst/>
          </a:prstGeom>
          <a:noFill/>
        </p:spPr>
        <p:txBody>
          <a:bodyPr wrap="square" rtlCol="0">
            <a:spAutoFit/>
          </a:bodyPr>
          <a:lstStyle/>
          <a:p>
            <a:r>
              <a:rPr lang="en-US" sz="1100" dirty="0"/>
              <a:t>NAT Instance</a:t>
            </a:r>
          </a:p>
        </p:txBody>
      </p:sp>
      <p:sp>
        <p:nvSpPr>
          <p:cNvPr id="73" name="TextBox 72">
            <a:extLst>
              <a:ext uri="{FF2B5EF4-FFF2-40B4-BE49-F238E27FC236}">
                <a16:creationId xmlns:a16="http://schemas.microsoft.com/office/drawing/2014/main" id="{95C6B19F-2B79-426F-9597-B1F1A0FF7767}"/>
              </a:ext>
            </a:extLst>
          </p:cNvPr>
          <p:cNvSpPr txBox="1"/>
          <p:nvPr/>
        </p:nvSpPr>
        <p:spPr>
          <a:xfrm>
            <a:off x="5467694" y="3572322"/>
            <a:ext cx="1626064" cy="261610"/>
          </a:xfrm>
          <a:prstGeom prst="rect">
            <a:avLst/>
          </a:prstGeom>
          <a:noFill/>
        </p:spPr>
        <p:txBody>
          <a:bodyPr wrap="square" rtlCol="0">
            <a:spAutoFit/>
          </a:bodyPr>
          <a:lstStyle/>
          <a:p>
            <a:r>
              <a:rPr lang="en-US" sz="1100" dirty="0"/>
              <a:t>IIS1 Server (</a:t>
            </a:r>
            <a:r>
              <a:rPr lang="en-US" sz="1100" dirty="0" err="1"/>
              <a:t>MyFIU</a:t>
            </a:r>
            <a:r>
              <a:rPr lang="en-US" sz="1100" dirty="0"/>
              <a:t> site)</a:t>
            </a:r>
          </a:p>
        </p:txBody>
      </p:sp>
      <p:sp>
        <p:nvSpPr>
          <p:cNvPr id="82" name="TextBox 81">
            <a:extLst>
              <a:ext uri="{FF2B5EF4-FFF2-40B4-BE49-F238E27FC236}">
                <a16:creationId xmlns:a16="http://schemas.microsoft.com/office/drawing/2014/main" id="{FBD38C8C-6892-46C6-91F7-E1B445B5C17D}"/>
              </a:ext>
            </a:extLst>
          </p:cNvPr>
          <p:cNvSpPr txBox="1"/>
          <p:nvPr/>
        </p:nvSpPr>
        <p:spPr>
          <a:xfrm>
            <a:off x="5660493" y="4906760"/>
            <a:ext cx="1433265" cy="430887"/>
          </a:xfrm>
          <a:prstGeom prst="rect">
            <a:avLst/>
          </a:prstGeom>
          <a:noFill/>
        </p:spPr>
        <p:txBody>
          <a:bodyPr wrap="square" rtlCol="0">
            <a:spAutoFit/>
          </a:bodyPr>
          <a:lstStyle/>
          <a:p>
            <a:r>
              <a:rPr lang="en-US" sz="1100" dirty="0"/>
              <a:t>Linux1 Server (Rainforest Site)</a:t>
            </a:r>
          </a:p>
        </p:txBody>
      </p:sp>
      <p:sp>
        <p:nvSpPr>
          <p:cNvPr id="83" name="TextBox 82">
            <a:extLst>
              <a:ext uri="{FF2B5EF4-FFF2-40B4-BE49-F238E27FC236}">
                <a16:creationId xmlns:a16="http://schemas.microsoft.com/office/drawing/2014/main" id="{A1178435-8B1C-46D9-80A0-34BC8259EE24}"/>
              </a:ext>
            </a:extLst>
          </p:cNvPr>
          <p:cNvSpPr txBox="1"/>
          <p:nvPr/>
        </p:nvSpPr>
        <p:spPr>
          <a:xfrm>
            <a:off x="8754425" y="5252487"/>
            <a:ext cx="1345916" cy="600164"/>
          </a:xfrm>
          <a:prstGeom prst="rect">
            <a:avLst/>
          </a:prstGeom>
          <a:noFill/>
        </p:spPr>
        <p:txBody>
          <a:bodyPr wrap="square" rtlCol="0">
            <a:spAutoFit/>
          </a:bodyPr>
          <a:lstStyle/>
          <a:p>
            <a:r>
              <a:rPr lang="en-US" sz="1100" dirty="0"/>
              <a:t>MSSQL Server (Windows SQL Server)</a:t>
            </a:r>
          </a:p>
        </p:txBody>
      </p:sp>
      <p:sp>
        <p:nvSpPr>
          <p:cNvPr id="86" name="TextBox 85">
            <a:extLst>
              <a:ext uri="{FF2B5EF4-FFF2-40B4-BE49-F238E27FC236}">
                <a16:creationId xmlns:a16="http://schemas.microsoft.com/office/drawing/2014/main" id="{10474C51-4BC6-4503-BCB3-0B20EBF94B04}"/>
              </a:ext>
            </a:extLst>
          </p:cNvPr>
          <p:cNvSpPr txBox="1"/>
          <p:nvPr/>
        </p:nvSpPr>
        <p:spPr>
          <a:xfrm>
            <a:off x="4867753" y="3965351"/>
            <a:ext cx="1112346" cy="261610"/>
          </a:xfrm>
          <a:prstGeom prst="rect">
            <a:avLst/>
          </a:prstGeom>
          <a:noFill/>
        </p:spPr>
        <p:txBody>
          <a:bodyPr wrap="square" rtlCol="0">
            <a:spAutoFit/>
          </a:bodyPr>
          <a:lstStyle/>
          <a:p>
            <a:r>
              <a:rPr lang="en-US" sz="1100" dirty="0"/>
              <a:t>Port 80 (IIS)</a:t>
            </a:r>
          </a:p>
        </p:txBody>
      </p:sp>
      <p:sp>
        <p:nvSpPr>
          <p:cNvPr id="90" name="TextBox 89">
            <a:extLst>
              <a:ext uri="{FF2B5EF4-FFF2-40B4-BE49-F238E27FC236}">
                <a16:creationId xmlns:a16="http://schemas.microsoft.com/office/drawing/2014/main" id="{3BD6F767-9D45-4AD8-98C0-61E119ECB27C}"/>
              </a:ext>
            </a:extLst>
          </p:cNvPr>
          <p:cNvSpPr txBox="1"/>
          <p:nvPr/>
        </p:nvSpPr>
        <p:spPr>
          <a:xfrm>
            <a:off x="4539255" y="5637207"/>
            <a:ext cx="1596030" cy="430887"/>
          </a:xfrm>
          <a:prstGeom prst="rect">
            <a:avLst/>
          </a:prstGeom>
          <a:noFill/>
        </p:spPr>
        <p:txBody>
          <a:bodyPr wrap="square" rtlCol="0">
            <a:spAutoFit/>
          </a:bodyPr>
          <a:lstStyle/>
          <a:p>
            <a:r>
              <a:rPr lang="en-US" sz="1100" dirty="0"/>
              <a:t>Port 80 (</a:t>
            </a:r>
            <a:r>
              <a:rPr lang="en-US" sz="1100" dirty="0" err="1"/>
              <a:t>nginx</a:t>
            </a:r>
            <a:r>
              <a:rPr lang="en-US" sz="1100" dirty="0"/>
              <a:t>)</a:t>
            </a:r>
          </a:p>
          <a:p>
            <a:r>
              <a:rPr lang="en-US" sz="1100" dirty="0"/>
              <a:t>Port 5000 (dot net)</a:t>
            </a:r>
          </a:p>
        </p:txBody>
      </p:sp>
      <p:sp>
        <p:nvSpPr>
          <p:cNvPr id="92" name="TextBox 91">
            <a:extLst>
              <a:ext uri="{FF2B5EF4-FFF2-40B4-BE49-F238E27FC236}">
                <a16:creationId xmlns:a16="http://schemas.microsoft.com/office/drawing/2014/main" id="{1A615FA5-2A01-4083-B942-90DB433656D4}"/>
              </a:ext>
            </a:extLst>
          </p:cNvPr>
          <p:cNvSpPr txBox="1"/>
          <p:nvPr/>
        </p:nvSpPr>
        <p:spPr>
          <a:xfrm>
            <a:off x="8312028" y="4383014"/>
            <a:ext cx="946656" cy="430887"/>
          </a:xfrm>
          <a:prstGeom prst="rect">
            <a:avLst/>
          </a:prstGeom>
          <a:noFill/>
        </p:spPr>
        <p:txBody>
          <a:bodyPr wrap="square" rtlCol="0">
            <a:spAutoFit/>
          </a:bodyPr>
          <a:lstStyle/>
          <a:p>
            <a:r>
              <a:rPr lang="en-US" sz="1100" dirty="0"/>
              <a:t>Port 1433 (SQL)</a:t>
            </a:r>
          </a:p>
        </p:txBody>
      </p:sp>
      <p:sp>
        <p:nvSpPr>
          <p:cNvPr id="93" name="TextBox 92">
            <a:extLst>
              <a:ext uri="{FF2B5EF4-FFF2-40B4-BE49-F238E27FC236}">
                <a16:creationId xmlns:a16="http://schemas.microsoft.com/office/drawing/2014/main" id="{3D44FC74-F21B-45DF-8C35-7F6E84F5323A}"/>
              </a:ext>
            </a:extLst>
          </p:cNvPr>
          <p:cNvSpPr txBox="1"/>
          <p:nvPr/>
        </p:nvSpPr>
        <p:spPr>
          <a:xfrm>
            <a:off x="6609005" y="4458566"/>
            <a:ext cx="759243" cy="430887"/>
          </a:xfrm>
          <a:prstGeom prst="rect">
            <a:avLst/>
          </a:prstGeom>
          <a:noFill/>
        </p:spPr>
        <p:txBody>
          <a:bodyPr wrap="square" rtlCol="0">
            <a:spAutoFit/>
          </a:bodyPr>
          <a:lstStyle/>
          <a:p>
            <a:r>
              <a:rPr lang="en-US" sz="1100" dirty="0"/>
              <a:t>Port 53 (DNS)</a:t>
            </a:r>
          </a:p>
        </p:txBody>
      </p:sp>
      <p:sp>
        <p:nvSpPr>
          <p:cNvPr id="95" name="Title 1">
            <a:extLst>
              <a:ext uri="{FF2B5EF4-FFF2-40B4-BE49-F238E27FC236}">
                <a16:creationId xmlns:a16="http://schemas.microsoft.com/office/drawing/2014/main" id="{1DD223CA-2B24-4FEE-A787-C68E3DC05139}"/>
              </a:ext>
            </a:extLst>
          </p:cNvPr>
          <p:cNvSpPr>
            <a:spLocks noGrp="1"/>
          </p:cNvSpPr>
          <p:nvPr>
            <p:ph type="title"/>
          </p:nvPr>
        </p:nvSpPr>
        <p:spPr>
          <a:xfrm>
            <a:off x="193129" y="-1"/>
            <a:ext cx="8596668" cy="677157"/>
          </a:xfrm>
        </p:spPr>
        <p:txBody>
          <a:bodyPr>
            <a:normAutofit/>
          </a:bodyPr>
          <a:lstStyle/>
          <a:p>
            <a:r>
              <a:rPr lang="en-US" sz="3200" dirty="0"/>
              <a:t>AWSVPCB Default Assignment Diagrams</a:t>
            </a:r>
          </a:p>
        </p:txBody>
      </p:sp>
      <p:pic>
        <p:nvPicPr>
          <p:cNvPr id="108" name="Picture 2" descr="Linux Server Icons PNG - Free PNG and Icons Downloads">
            <a:extLst>
              <a:ext uri="{FF2B5EF4-FFF2-40B4-BE49-F238E27FC236}">
                <a16:creationId xmlns:a16="http://schemas.microsoft.com/office/drawing/2014/main" id="{89EBC8B8-E711-4989-B9AB-79B2C12B954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37470" y="5524739"/>
            <a:ext cx="443522" cy="683661"/>
          </a:xfrm>
          <a:prstGeom prst="rect">
            <a:avLst/>
          </a:prstGeom>
          <a:noFill/>
          <a:extLst>
            <a:ext uri="{909E8E84-426E-40DD-AFC4-6F175D3DCCD1}">
              <a14:hiddenFill xmlns:a14="http://schemas.microsoft.com/office/drawing/2010/main">
                <a:solidFill>
                  <a:srgbClr val="FFFFFF"/>
                </a:solidFill>
              </a14:hiddenFill>
            </a:ext>
          </a:extLst>
        </p:spPr>
      </p:pic>
      <p:cxnSp>
        <p:nvCxnSpPr>
          <p:cNvPr id="111" name="Straight Arrow Connector 110">
            <a:extLst>
              <a:ext uri="{FF2B5EF4-FFF2-40B4-BE49-F238E27FC236}">
                <a16:creationId xmlns:a16="http://schemas.microsoft.com/office/drawing/2014/main" id="{9F44EEB3-60C0-4CBE-BED7-6DEEA786506C}"/>
              </a:ext>
            </a:extLst>
          </p:cNvPr>
          <p:cNvCxnSpPr>
            <a:cxnSpLocks/>
            <a:endCxn id="108" idx="1"/>
          </p:cNvCxnSpPr>
          <p:nvPr/>
        </p:nvCxnSpPr>
        <p:spPr>
          <a:xfrm>
            <a:off x="1224869" y="5652146"/>
            <a:ext cx="1412601" cy="214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90977AD8-A62F-450D-A2BE-1B989086A02B}"/>
              </a:ext>
            </a:extLst>
          </p:cNvPr>
          <p:cNvCxnSpPr>
            <a:cxnSpLocks/>
            <a:stCxn id="108" idx="3"/>
          </p:cNvCxnSpPr>
          <p:nvPr/>
        </p:nvCxnSpPr>
        <p:spPr>
          <a:xfrm flipV="1">
            <a:off x="3080992" y="5543598"/>
            <a:ext cx="477421" cy="322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2DA16A7C-0103-4DC5-B2CB-336EC3DBBF07}"/>
              </a:ext>
            </a:extLst>
          </p:cNvPr>
          <p:cNvSpPr txBox="1"/>
          <p:nvPr/>
        </p:nvSpPr>
        <p:spPr>
          <a:xfrm>
            <a:off x="2139830" y="6250517"/>
            <a:ext cx="1339948" cy="276999"/>
          </a:xfrm>
          <a:prstGeom prst="rect">
            <a:avLst/>
          </a:prstGeom>
          <a:solidFill>
            <a:schemeClr val="bg1"/>
          </a:solidFill>
          <a:ln>
            <a:solidFill>
              <a:schemeClr val="tx1"/>
            </a:solidFill>
          </a:ln>
        </p:spPr>
        <p:txBody>
          <a:bodyPr wrap="square" rtlCol="0">
            <a:spAutoFit/>
          </a:bodyPr>
          <a:lstStyle/>
          <a:p>
            <a:r>
              <a:rPr lang="en-US" sz="1200" dirty="0"/>
              <a:t>AWSVPCB Scripts</a:t>
            </a:r>
          </a:p>
        </p:txBody>
      </p:sp>
      <p:pic>
        <p:nvPicPr>
          <p:cNvPr id="2" name="Picture 6" descr="Image result for firewall  icon">
            <a:extLst>
              <a:ext uri="{FF2B5EF4-FFF2-40B4-BE49-F238E27FC236}">
                <a16:creationId xmlns:a16="http://schemas.microsoft.com/office/drawing/2014/main" id="{ED71455F-ECD6-09F8-4C1C-3999C55A28D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93602" y="4553980"/>
            <a:ext cx="794984" cy="79498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Image result for firewall  icon">
            <a:extLst>
              <a:ext uri="{FF2B5EF4-FFF2-40B4-BE49-F238E27FC236}">
                <a16:creationId xmlns:a16="http://schemas.microsoft.com/office/drawing/2014/main" id="{B55E1D51-719F-085C-7A87-A3E2F73790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5038" y="4931471"/>
            <a:ext cx="794984" cy="7949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5AD90C2-4D57-84EC-7D70-E6C3FBADA738}"/>
              </a:ext>
            </a:extLst>
          </p:cNvPr>
          <p:cNvSpPr txBox="1"/>
          <p:nvPr/>
        </p:nvSpPr>
        <p:spPr>
          <a:xfrm>
            <a:off x="408285" y="935390"/>
            <a:ext cx="9488492" cy="2308324"/>
          </a:xfrm>
          <a:prstGeom prst="rect">
            <a:avLst/>
          </a:prstGeom>
          <a:noFill/>
        </p:spPr>
        <p:txBody>
          <a:bodyPr wrap="square" rtlCol="0">
            <a:spAutoFit/>
          </a:bodyPr>
          <a:lstStyle/>
          <a:p>
            <a:r>
              <a:rPr lang="en-US" dirty="0"/>
              <a:t>AWSVPCB comes with 17 pre-defined assignments.  Assignments 1-3 have no issues; these are the baseline or example assignments. Assignments 4-17 have one or more issues.  Below are the number of issues for each assignment:</a:t>
            </a:r>
          </a:p>
          <a:p>
            <a:r>
              <a:rPr lang="en-US" dirty="0"/>
              <a:t>Assignments 1-3: No issues</a:t>
            </a:r>
          </a:p>
          <a:p>
            <a:r>
              <a:rPr lang="en-US" dirty="0"/>
              <a:t>Assignments 12-17: 1 problem to fix</a:t>
            </a:r>
          </a:p>
          <a:p>
            <a:r>
              <a:rPr lang="en-US" dirty="0"/>
              <a:t>Assignments 4-8: 2 problems to fix</a:t>
            </a:r>
          </a:p>
          <a:p>
            <a:r>
              <a:rPr lang="en-US" dirty="0"/>
              <a:t>Assignments 9-10: 3 problems to fix</a:t>
            </a:r>
          </a:p>
          <a:p>
            <a:r>
              <a:rPr lang="en-US" dirty="0"/>
              <a:t>Assignment 11: 4 problems to fix (one is for extra credit)</a:t>
            </a:r>
          </a:p>
        </p:txBody>
      </p:sp>
    </p:spTree>
    <p:extLst>
      <p:ext uri="{BB962C8B-B14F-4D97-AF65-F5344CB8AC3E}">
        <p14:creationId xmlns:p14="http://schemas.microsoft.com/office/powerpoint/2010/main" val="3918603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Image result for network cloud icon">
            <a:extLst>
              <a:ext uri="{FF2B5EF4-FFF2-40B4-BE49-F238E27FC236}">
                <a16:creationId xmlns:a16="http://schemas.microsoft.com/office/drawing/2014/main" id="{E640B433-41F6-4237-BE23-D3C1B28E3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390" y="4837916"/>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45B9448-7EC0-4E4D-8108-F5CD3F235E41}"/>
              </a:ext>
            </a:extLst>
          </p:cNvPr>
          <p:cNvSpPr/>
          <p:nvPr/>
        </p:nvSpPr>
        <p:spPr>
          <a:xfrm>
            <a:off x="408285" y="4448594"/>
            <a:ext cx="1697086" cy="146055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Image result for PC icon">
            <a:extLst>
              <a:ext uri="{FF2B5EF4-FFF2-40B4-BE49-F238E27FC236}">
                <a16:creationId xmlns:a16="http://schemas.microsoft.com/office/drawing/2014/main" id="{254E01AF-EAC3-40E9-9B8D-4ACBAA429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427" y="4776761"/>
            <a:ext cx="1059931" cy="103585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37AEED5-1BF3-4691-9793-10919511A02D}"/>
              </a:ext>
            </a:extLst>
          </p:cNvPr>
          <p:cNvSpPr txBox="1"/>
          <p:nvPr/>
        </p:nvSpPr>
        <p:spPr>
          <a:xfrm>
            <a:off x="650640" y="4602910"/>
            <a:ext cx="1345916" cy="261610"/>
          </a:xfrm>
          <a:prstGeom prst="rect">
            <a:avLst/>
          </a:prstGeom>
          <a:noFill/>
        </p:spPr>
        <p:txBody>
          <a:bodyPr wrap="square" rtlCol="0">
            <a:spAutoFit/>
          </a:bodyPr>
          <a:lstStyle/>
          <a:p>
            <a:r>
              <a:rPr lang="en-US" sz="1100" dirty="0"/>
              <a:t>Student Machine</a:t>
            </a:r>
          </a:p>
        </p:txBody>
      </p:sp>
      <p:pic>
        <p:nvPicPr>
          <p:cNvPr id="9" name="Picture 4" descr="Image result for browser icon">
            <a:extLst>
              <a:ext uri="{FF2B5EF4-FFF2-40B4-BE49-F238E27FC236}">
                <a16:creationId xmlns:a16="http://schemas.microsoft.com/office/drawing/2014/main" id="{E50D7F1F-BEFF-4C3F-BAF6-363D033C13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6011" y="5071380"/>
            <a:ext cx="288238" cy="2882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E5AD62DE-A41D-42C8-B891-86513908FD2D}"/>
              </a:ext>
            </a:extLst>
          </p:cNvPr>
          <p:cNvSpPr/>
          <p:nvPr/>
        </p:nvSpPr>
        <p:spPr>
          <a:xfrm>
            <a:off x="3573194" y="3804429"/>
            <a:ext cx="7126290" cy="30020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A113B7BA-E457-4208-AB0E-537B7E20E649}"/>
              </a:ext>
            </a:extLst>
          </p:cNvPr>
          <p:cNvGrpSpPr/>
          <p:nvPr/>
        </p:nvGrpSpPr>
        <p:grpSpPr>
          <a:xfrm>
            <a:off x="9748742" y="5353834"/>
            <a:ext cx="950742" cy="950742"/>
            <a:chOff x="10762258" y="5321932"/>
            <a:chExt cx="950742" cy="950742"/>
          </a:xfrm>
        </p:grpSpPr>
        <p:pic>
          <p:nvPicPr>
            <p:cNvPr id="43" name="Picture 2" descr="Image result for server icon">
              <a:extLst>
                <a:ext uri="{FF2B5EF4-FFF2-40B4-BE49-F238E27FC236}">
                  <a16:creationId xmlns:a16="http://schemas.microsoft.com/office/drawing/2014/main" id="{3101F9BD-6F27-4850-8F80-00457707F5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62258" y="5321932"/>
              <a:ext cx="950742" cy="95074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0BFADEE4-B07F-402E-8A0D-DEFFB88F4F2E}"/>
                </a:ext>
              </a:extLst>
            </p:cNvPr>
            <p:cNvPicPr>
              <a:picLocks noChangeAspect="1"/>
            </p:cNvPicPr>
            <p:nvPr/>
          </p:nvPicPr>
          <p:blipFill>
            <a:blip r:embed="rId6"/>
            <a:stretch>
              <a:fillRect/>
            </a:stretch>
          </p:blipFill>
          <p:spPr>
            <a:xfrm flipH="1">
              <a:off x="10987928" y="5896361"/>
              <a:ext cx="249701" cy="249701"/>
            </a:xfrm>
            <a:prstGeom prst="rect">
              <a:avLst/>
            </a:prstGeom>
          </p:spPr>
        </p:pic>
      </p:grpSp>
      <p:pic>
        <p:nvPicPr>
          <p:cNvPr id="14" name="Picture 6" descr="Image result for web server icon">
            <a:extLst>
              <a:ext uri="{FF2B5EF4-FFF2-40B4-BE49-F238E27FC236}">
                <a16:creationId xmlns:a16="http://schemas.microsoft.com/office/drawing/2014/main" id="{7A7E7C96-F8FD-4763-A4AE-53A8F6372B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81760" y="4131344"/>
            <a:ext cx="699182" cy="83901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Image result for web server icon">
            <a:extLst>
              <a:ext uri="{FF2B5EF4-FFF2-40B4-BE49-F238E27FC236}">
                <a16:creationId xmlns:a16="http://schemas.microsoft.com/office/drawing/2014/main" id="{55D52EEE-46C7-4106-B91B-948AE4E84D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10478" y="5367651"/>
            <a:ext cx="699182" cy="83901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Image result for load balancer icon">
            <a:extLst>
              <a:ext uri="{FF2B5EF4-FFF2-40B4-BE49-F238E27FC236}">
                <a16:creationId xmlns:a16="http://schemas.microsoft.com/office/drawing/2014/main" id="{13C05C60-6BF0-49AF-966D-8DD6A153D12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6081" y="4471274"/>
            <a:ext cx="2283625" cy="176512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6948552-4AA6-4AE7-A476-46930C6097DC}"/>
              </a:ext>
            </a:extLst>
          </p:cNvPr>
          <p:cNvSpPr txBox="1"/>
          <p:nvPr/>
        </p:nvSpPr>
        <p:spPr>
          <a:xfrm>
            <a:off x="4223375" y="4578467"/>
            <a:ext cx="999581" cy="276999"/>
          </a:xfrm>
          <a:prstGeom prst="rect">
            <a:avLst/>
          </a:prstGeom>
          <a:noFill/>
        </p:spPr>
        <p:txBody>
          <a:bodyPr wrap="square" rtlCol="0">
            <a:spAutoFit/>
          </a:bodyPr>
          <a:lstStyle/>
          <a:p>
            <a:r>
              <a:rPr lang="en-US" sz="1200" dirty="0"/>
              <a:t>AWS ELB</a:t>
            </a:r>
          </a:p>
        </p:txBody>
      </p:sp>
      <p:cxnSp>
        <p:nvCxnSpPr>
          <p:cNvPr id="22" name="Straight Arrow Connector 21">
            <a:extLst>
              <a:ext uri="{FF2B5EF4-FFF2-40B4-BE49-F238E27FC236}">
                <a16:creationId xmlns:a16="http://schemas.microsoft.com/office/drawing/2014/main" id="{299B1D04-11CD-409A-9E2A-44A7DFB84165}"/>
              </a:ext>
            </a:extLst>
          </p:cNvPr>
          <p:cNvCxnSpPr>
            <a:cxnSpLocks/>
          </p:cNvCxnSpPr>
          <p:nvPr/>
        </p:nvCxnSpPr>
        <p:spPr>
          <a:xfrm>
            <a:off x="1819389" y="5242894"/>
            <a:ext cx="5051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6B7DA3E-6077-4708-B01B-F9F69BA1866A}"/>
              </a:ext>
            </a:extLst>
          </p:cNvPr>
          <p:cNvCxnSpPr>
            <a:cxnSpLocks/>
            <a:stCxn id="153" idx="3"/>
          </p:cNvCxnSpPr>
          <p:nvPr/>
        </p:nvCxnSpPr>
        <p:spPr>
          <a:xfrm flipV="1">
            <a:off x="3234609" y="5071380"/>
            <a:ext cx="904358" cy="202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9FA0475-CA4C-448B-9BDB-CC35E11AC317}"/>
              </a:ext>
            </a:extLst>
          </p:cNvPr>
          <p:cNvCxnSpPr>
            <a:cxnSpLocks/>
          </p:cNvCxnSpPr>
          <p:nvPr/>
        </p:nvCxnSpPr>
        <p:spPr>
          <a:xfrm flipV="1">
            <a:off x="6201420" y="4602910"/>
            <a:ext cx="601296" cy="403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8A7CF30-0F34-457B-99C9-7F66378539D0}"/>
              </a:ext>
            </a:extLst>
          </p:cNvPr>
          <p:cNvCxnSpPr>
            <a:cxnSpLocks/>
          </p:cNvCxnSpPr>
          <p:nvPr/>
        </p:nvCxnSpPr>
        <p:spPr>
          <a:xfrm>
            <a:off x="6201420" y="5012989"/>
            <a:ext cx="601296" cy="749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5203B86-8326-4828-8411-D9848A473F56}"/>
              </a:ext>
            </a:extLst>
          </p:cNvPr>
          <p:cNvCxnSpPr>
            <a:cxnSpLocks/>
            <a:stCxn id="14" idx="3"/>
          </p:cNvCxnSpPr>
          <p:nvPr/>
        </p:nvCxnSpPr>
        <p:spPr>
          <a:xfrm>
            <a:off x="7580942" y="4550853"/>
            <a:ext cx="1131931" cy="1004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D07C809-D968-47E3-9C89-C721609B2027}"/>
              </a:ext>
            </a:extLst>
          </p:cNvPr>
          <p:cNvCxnSpPr>
            <a:cxnSpLocks/>
            <a:stCxn id="16" idx="3"/>
          </p:cNvCxnSpPr>
          <p:nvPr/>
        </p:nvCxnSpPr>
        <p:spPr>
          <a:xfrm flipV="1">
            <a:off x="7609660" y="5771632"/>
            <a:ext cx="1103213" cy="15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DEB369A2-D615-47FB-9C08-0734481A57A0}"/>
              </a:ext>
            </a:extLst>
          </p:cNvPr>
          <p:cNvSpPr txBox="1"/>
          <p:nvPr/>
        </p:nvSpPr>
        <p:spPr>
          <a:xfrm>
            <a:off x="2385000" y="5143301"/>
            <a:ext cx="849609" cy="261610"/>
          </a:xfrm>
          <a:prstGeom prst="rect">
            <a:avLst/>
          </a:prstGeom>
          <a:noFill/>
        </p:spPr>
        <p:txBody>
          <a:bodyPr wrap="square" rtlCol="0">
            <a:spAutoFit/>
          </a:bodyPr>
          <a:lstStyle/>
          <a:p>
            <a:r>
              <a:rPr lang="en-US" sz="1100" dirty="0"/>
              <a:t>AWS VPN</a:t>
            </a:r>
          </a:p>
        </p:txBody>
      </p:sp>
      <p:pic>
        <p:nvPicPr>
          <p:cNvPr id="157" name="Picture 6" descr="Image result for firewall  icon">
            <a:extLst>
              <a:ext uri="{FF2B5EF4-FFF2-40B4-BE49-F238E27FC236}">
                <a16:creationId xmlns:a16="http://schemas.microsoft.com/office/drawing/2014/main" id="{45436F2A-00EE-4479-A448-3142182A507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48577" y="4696771"/>
            <a:ext cx="794984" cy="794984"/>
          </a:xfrm>
          <a:prstGeom prst="rect">
            <a:avLst/>
          </a:prstGeom>
          <a:noFill/>
          <a:extLst>
            <a:ext uri="{909E8E84-426E-40DD-AFC4-6F175D3DCCD1}">
              <a14:hiddenFill xmlns:a14="http://schemas.microsoft.com/office/drawing/2010/main">
                <a:solidFill>
                  <a:srgbClr val="FFFFFF"/>
                </a:solidFill>
              </a14:hiddenFill>
            </a:ext>
          </a:extLst>
        </p:spPr>
      </p:pic>
      <p:cxnSp>
        <p:nvCxnSpPr>
          <p:cNvPr id="158" name="Straight Arrow Connector 157">
            <a:extLst>
              <a:ext uri="{FF2B5EF4-FFF2-40B4-BE49-F238E27FC236}">
                <a16:creationId xmlns:a16="http://schemas.microsoft.com/office/drawing/2014/main" id="{75C9830C-557A-4288-91CE-BCAB1456FDDA}"/>
              </a:ext>
            </a:extLst>
          </p:cNvPr>
          <p:cNvCxnSpPr>
            <a:cxnSpLocks/>
          </p:cNvCxnSpPr>
          <p:nvPr/>
        </p:nvCxnSpPr>
        <p:spPr>
          <a:xfrm flipV="1">
            <a:off x="5160765" y="4980129"/>
            <a:ext cx="344392" cy="34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06833779-7BC5-4C10-8249-23946E8A7C49}"/>
              </a:ext>
            </a:extLst>
          </p:cNvPr>
          <p:cNvCxnSpPr>
            <a:cxnSpLocks/>
          </p:cNvCxnSpPr>
          <p:nvPr/>
        </p:nvCxnSpPr>
        <p:spPr>
          <a:xfrm flipV="1">
            <a:off x="9367955" y="5704873"/>
            <a:ext cx="507205" cy="32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1" name="Picture 6" descr="Image result for network cloud icon">
            <a:extLst>
              <a:ext uri="{FF2B5EF4-FFF2-40B4-BE49-F238E27FC236}">
                <a16:creationId xmlns:a16="http://schemas.microsoft.com/office/drawing/2014/main" id="{4BED706C-A009-48CC-8171-BBFDACBF1C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390" y="1641216"/>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162" name="Rectangle 161">
            <a:extLst>
              <a:ext uri="{FF2B5EF4-FFF2-40B4-BE49-F238E27FC236}">
                <a16:creationId xmlns:a16="http://schemas.microsoft.com/office/drawing/2014/main" id="{EF7F34A8-0A6C-48B6-AA6A-3BB6B057A8B4}"/>
              </a:ext>
            </a:extLst>
          </p:cNvPr>
          <p:cNvSpPr/>
          <p:nvPr/>
        </p:nvSpPr>
        <p:spPr>
          <a:xfrm>
            <a:off x="408285" y="1251894"/>
            <a:ext cx="1697086" cy="146055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 name="Picture 162" descr="Image result for PC icon">
            <a:extLst>
              <a:ext uri="{FF2B5EF4-FFF2-40B4-BE49-F238E27FC236}">
                <a16:creationId xmlns:a16="http://schemas.microsoft.com/office/drawing/2014/main" id="{E2BD68B4-A869-4CF6-A897-791E718548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427" y="1580061"/>
            <a:ext cx="1059931" cy="1035859"/>
          </a:xfrm>
          <a:prstGeom prst="rect">
            <a:avLst/>
          </a:prstGeom>
          <a:noFill/>
          <a:extLst>
            <a:ext uri="{909E8E84-426E-40DD-AFC4-6F175D3DCCD1}">
              <a14:hiddenFill xmlns:a14="http://schemas.microsoft.com/office/drawing/2010/main">
                <a:solidFill>
                  <a:srgbClr val="FFFFFF"/>
                </a:solidFill>
              </a14:hiddenFill>
            </a:ext>
          </a:extLst>
        </p:spPr>
      </p:pic>
      <p:sp>
        <p:nvSpPr>
          <p:cNvPr id="164" name="TextBox 163">
            <a:extLst>
              <a:ext uri="{FF2B5EF4-FFF2-40B4-BE49-F238E27FC236}">
                <a16:creationId xmlns:a16="http://schemas.microsoft.com/office/drawing/2014/main" id="{71F16CA5-2EE3-4130-855C-5E5D3DA324A9}"/>
              </a:ext>
            </a:extLst>
          </p:cNvPr>
          <p:cNvSpPr txBox="1"/>
          <p:nvPr/>
        </p:nvSpPr>
        <p:spPr>
          <a:xfrm>
            <a:off x="650640" y="1406210"/>
            <a:ext cx="1345916" cy="261610"/>
          </a:xfrm>
          <a:prstGeom prst="rect">
            <a:avLst/>
          </a:prstGeom>
          <a:noFill/>
        </p:spPr>
        <p:txBody>
          <a:bodyPr wrap="square" rtlCol="0">
            <a:spAutoFit/>
          </a:bodyPr>
          <a:lstStyle/>
          <a:p>
            <a:r>
              <a:rPr lang="en-US" sz="1100" dirty="0"/>
              <a:t>Student Machine</a:t>
            </a:r>
          </a:p>
        </p:txBody>
      </p:sp>
      <p:pic>
        <p:nvPicPr>
          <p:cNvPr id="165" name="Picture 4" descr="Image result for browser icon">
            <a:extLst>
              <a:ext uri="{FF2B5EF4-FFF2-40B4-BE49-F238E27FC236}">
                <a16:creationId xmlns:a16="http://schemas.microsoft.com/office/drawing/2014/main" id="{30BBBD5B-473B-4707-BC5C-D0650DC5A3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6011" y="1874680"/>
            <a:ext cx="288238" cy="288238"/>
          </a:xfrm>
          <a:prstGeom prst="rect">
            <a:avLst/>
          </a:prstGeom>
          <a:noFill/>
          <a:extLst>
            <a:ext uri="{909E8E84-426E-40DD-AFC4-6F175D3DCCD1}">
              <a14:hiddenFill xmlns:a14="http://schemas.microsoft.com/office/drawing/2010/main">
                <a:solidFill>
                  <a:srgbClr val="FFFFFF"/>
                </a:solidFill>
              </a14:hiddenFill>
            </a:ext>
          </a:extLst>
        </p:spPr>
      </p:pic>
      <p:sp>
        <p:nvSpPr>
          <p:cNvPr id="166" name="Rectangle 165">
            <a:extLst>
              <a:ext uri="{FF2B5EF4-FFF2-40B4-BE49-F238E27FC236}">
                <a16:creationId xmlns:a16="http://schemas.microsoft.com/office/drawing/2014/main" id="{CE742C19-F613-460D-8045-6D088AF13678}"/>
              </a:ext>
            </a:extLst>
          </p:cNvPr>
          <p:cNvSpPr/>
          <p:nvPr/>
        </p:nvSpPr>
        <p:spPr>
          <a:xfrm>
            <a:off x="3573194" y="607729"/>
            <a:ext cx="7126290" cy="30020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8" name="Group 167">
            <a:extLst>
              <a:ext uri="{FF2B5EF4-FFF2-40B4-BE49-F238E27FC236}">
                <a16:creationId xmlns:a16="http://schemas.microsoft.com/office/drawing/2014/main" id="{65C13E7E-57C3-4538-A15C-E1FFD830E33D}"/>
              </a:ext>
            </a:extLst>
          </p:cNvPr>
          <p:cNvGrpSpPr/>
          <p:nvPr/>
        </p:nvGrpSpPr>
        <p:grpSpPr>
          <a:xfrm>
            <a:off x="9664334" y="2157134"/>
            <a:ext cx="950742" cy="950742"/>
            <a:chOff x="10762258" y="5321932"/>
            <a:chExt cx="950742" cy="950742"/>
          </a:xfrm>
        </p:grpSpPr>
        <p:pic>
          <p:nvPicPr>
            <p:cNvPr id="170" name="Picture 2" descr="Image result for server icon">
              <a:extLst>
                <a:ext uri="{FF2B5EF4-FFF2-40B4-BE49-F238E27FC236}">
                  <a16:creationId xmlns:a16="http://schemas.microsoft.com/office/drawing/2014/main" id="{0E2EE5AD-0176-4ACF-B8DF-4CE0B442DC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62258" y="5321932"/>
              <a:ext cx="950742" cy="950742"/>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170">
              <a:extLst>
                <a:ext uri="{FF2B5EF4-FFF2-40B4-BE49-F238E27FC236}">
                  <a16:creationId xmlns:a16="http://schemas.microsoft.com/office/drawing/2014/main" id="{390F09AC-5917-4188-B06C-7B5195ADAD38}"/>
                </a:ext>
              </a:extLst>
            </p:cNvPr>
            <p:cNvPicPr>
              <a:picLocks noChangeAspect="1"/>
            </p:cNvPicPr>
            <p:nvPr/>
          </p:nvPicPr>
          <p:blipFill>
            <a:blip r:embed="rId6"/>
            <a:stretch>
              <a:fillRect/>
            </a:stretch>
          </p:blipFill>
          <p:spPr>
            <a:xfrm flipH="1">
              <a:off x="10987928" y="5896361"/>
              <a:ext cx="249701" cy="249701"/>
            </a:xfrm>
            <a:prstGeom prst="rect">
              <a:avLst/>
            </a:prstGeom>
          </p:spPr>
        </p:pic>
      </p:grpSp>
      <p:pic>
        <p:nvPicPr>
          <p:cNvPr id="172" name="Picture 6" descr="Image result for web server icon">
            <a:extLst>
              <a:ext uri="{FF2B5EF4-FFF2-40B4-BE49-F238E27FC236}">
                <a16:creationId xmlns:a16="http://schemas.microsoft.com/office/drawing/2014/main" id="{D4310EE4-8C75-4AB3-9C99-965A385F2F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7352" y="934644"/>
            <a:ext cx="699182" cy="839018"/>
          </a:xfrm>
          <a:prstGeom prst="rect">
            <a:avLst/>
          </a:prstGeom>
          <a:noFill/>
          <a:extLst>
            <a:ext uri="{909E8E84-426E-40DD-AFC4-6F175D3DCCD1}">
              <a14:hiddenFill xmlns:a14="http://schemas.microsoft.com/office/drawing/2010/main">
                <a:solidFill>
                  <a:srgbClr val="FFFFFF"/>
                </a:solidFill>
              </a14:hiddenFill>
            </a:ext>
          </a:extLst>
        </p:spPr>
      </p:pic>
      <p:pic>
        <p:nvPicPr>
          <p:cNvPr id="173" name="Picture 6" descr="Image result for web server icon">
            <a:extLst>
              <a:ext uri="{FF2B5EF4-FFF2-40B4-BE49-F238E27FC236}">
                <a16:creationId xmlns:a16="http://schemas.microsoft.com/office/drawing/2014/main" id="{93624FE1-13F0-43DD-BBB2-4A2B273A1C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26070" y="2170951"/>
            <a:ext cx="699182" cy="839018"/>
          </a:xfrm>
          <a:prstGeom prst="rect">
            <a:avLst/>
          </a:prstGeom>
          <a:noFill/>
          <a:extLst>
            <a:ext uri="{909E8E84-426E-40DD-AFC4-6F175D3DCCD1}">
              <a14:hiddenFill xmlns:a14="http://schemas.microsoft.com/office/drawing/2010/main">
                <a:solidFill>
                  <a:srgbClr val="FFFFFF"/>
                </a:solidFill>
              </a14:hiddenFill>
            </a:ext>
          </a:extLst>
        </p:spPr>
      </p:pic>
      <p:pic>
        <p:nvPicPr>
          <p:cNvPr id="174" name="Picture 4" descr="Image result for load balancer icon">
            <a:extLst>
              <a:ext uri="{FF2B5EF4-FFF2-40B4-BE49-F238E27FC236}">
                <a16:creationId xmlns:a16="http://schemas.microsoft.com/office/drawing/2014/main" id="{EDC5C04B-BC46-47F1-BD26-8188904BE9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1673" y="1274574"/>
            <a:ext cx="2283625" cy="1765121"/>
          </a:xfrm>
          <a:prstGeom prst="rect">
            <a:avLst/>
          </a:prstGeom>
          <a:noFill/>
          <a:extLst>
            <a:ext uri="{909E8E84-426E-40DD-AFC4-6F175D3DCCD1}">
              <a14:hiddenFill xmlns:a14="http://schemas.microsoft.com/office/drawing/2010/main">
                <a:solidFill>
                  <a:srgbClr val="FFFFFF"/>
                </a:solidFill>
              </a14:hiddenFill>
            </a:ext>
          </a:extLst>
        </p:spPr>
      </p:pic>
      <p:sp>
        <p:nvSpPr>
          <p:cNvPr id="175" name="TextBox 174">
            <a:extLst>
              <a:ext uri="{FF2B5EF4-FFF2-40B4-BE49-F238E27FC236}">
                <a16:creationId xmlns:a16="http://schemas.microsoft.com/office/drawing/2014/main" id="{D49195B4-08FC-4566-A966-0FB51DA75AC5}"/>
              </a:ext>
            </a:extLst>
          </p:cNvPr>
          <p:cNvSpPr txBox="1"/>
          <p:nvPr/>
        </p:nvSpPr>
        <p:spPr>
          <a:xfrm>
            <a:off x="4138967" y="1381767"/>
            <a:ext cx="999581" cy="276999"/>
          </a:xfrm>
          <a:prstGeom prst="rect">
            <a:avLst/>
          </a:prstGeom>
          <a:noFill/>
        </p:spPr>
        <p:txBody>
          <a:bodyPr wrap="square" rtlCol="0">
            <a:spAutoFit/>
          </a:bodyPr>
          <a:lstStyle/>
          <a:p>
            <a:r>
              <a:rPr lang="en-US" sz="1200" dirty="0"/>
              <a:t>AWS ELB</a:t>
            </a:r>
          </a:p>
        </p:txBody>
      </p:sp>
      <p:cxnSp>
        <p:nvCxnSpPr>
          <p:cNvPr id="177" name="Straight Arrow Connector 176">
            <a:extLst>
              <a:ext uri="{FF2B5EF4-FFF2-40B4-BE49-F238E27FC236}">
                <a16:creationId xmlns:a16="http://schemas.microsoft.com/office/drawing/2014/main" id="{93CADEF8-19C9-4BDA-B495-7EE0F9AFFE12}"/>
              </a:ext>
            </a:extLst>
          </p:cNvPr>
          <p:cNvCxnSpPr>
            <a:cxnSpLocks/>
          </p:cNvCxnSpPr>
          <p:nvPr/>
        </p:nvCxnSpPr>
        <p:spPr>
          <a:xfrm>
            <a:off x="1819389" y="2046194"/>
            <a:ext cx="5051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9" name="Straight Arrow Connector 178">
            <a:extLst>
              <a:ext uri="{FF2B5EF4-FFF2-40B4-BE49-F238E27FC236}">
                <a16:creationId xmlns:a16="http://schemas.microsoft.com/office/drawing/2014/main" id="{FB521285-B59D-4C77-8711-498A7372928C}"/>
              </a:ext>
            </a:extLst>
          </p:cNvPr>
          <p:cNvCxnSpPr>
            <a:cxnSpLocks/>
            <a:stCxn id="186" idx="3"/>
          </p:cNvCxnSpPr>
          <p:nvPr/>
        </p:nvCxnSpPr>
        <p:spPr>
          <a:xfrm flipV="1">
            <a:off x="3234609" y="1874680"/>
            <a:ext cx="904358" cy="202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DB96D552-C407-4B94-A4F8-2566CB137611}"/>
              </a:ext>
            </a:extLst>
          </p:cNvPr>
          <p:cNvCxnSpPr>
            <a:cxnSpLocks/>
          </p:cNvCxnSpPr>
          <p:nvPr/>
        </p:nvCxnSpPr>
        <p:spPr>
          <a:xfrm flipV="1">
            <a:off x="6117012" y="1406210"/>
            <a:ext cx="601296" cy="403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69E285D6-B7A6-4568-A840-471294ABAC8D}"/>
              </a:ext>
            </a:extLst>
          </p:cNvPr>
          <p:cNvCxnSpPr>
            <a:cxnSpLocks/>
          </p:cNvCxnSpPr>
          <p:nvPr/>
        </p:nvCxnSpPr>
        <p:spPr>
          <a:xfrm>
            <a:off x="6117012" y="1816289"/>
            <a:ext cx="601296" cy="749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5374529C-9D2B-4DE8-8F56-8A25C1E14BFE}"/>
              </a:ext>
            </a:extLst>
          </p:cNvPr>
          <p:cNvCxnSpPr>
            <a:cxnSpLocks/>
            <a:stCxn id="172" idx="3"/>
          </p:cNvCxnSpPr>
          <p:nvPr/>
        </p:nvCxnSpPr>
        <p:spPr>
          <a:xfrm>
            <a:off x="7496534" y="1354153"/>
            <a:ext cx="1131931" cy="1004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5" name="Straight Arrow Connector 184">
            <a:extLst>
              <a:ext uri="{FF2B5EF4-FFF2-40B4-BE49-F238E27FC236}">
                <a16:creationId xmlns:a16="http://schemas.microsoft.com/office/drawing/2014/main" id="{22B34426-77EA-4951-8AFD-115B7D5C836B}"/>
              </a:ext>
            </a:extLst>
          </p:cNvPr>
          <p:cNvCxnSpPr>
            <a:cxnSpLocks/>
            <a:stCxn id="173" idx="3"/>
          </p:cNvCxnSpPr>
          <p:nvPr/>
        </p:nvCxnSpPr>
        <p:spPr>
          <a:xfrm flipV="1">
            <a:off x="7525252" y="2574932"/>
            <a:ext cx="1103213" cy="15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4371CFDC-00B2-41FB-BF19-4A8437379BE4}"/>
              </a:ext>
            </a:extLst>
          </p:cNvPr>
          <p:cNvSpPr txBox="1"/>
          <p:nvPr/>
        </p:nvSpPr>
        <p:spPr>
          <a:xfrm>
            <a:off x="2385000" y="1946601"/>
            <a:ext cx="849609" cy="261610"/>
          </a:xfrm>
          <a:prstGeom prst="rect">
            <a:avLst/>
          </a:prstGeom>
          <a:noFill/>
        </p:spPr>
        <p:txBody>
          <a:bodyPr wrap="square" rtlCol="0">
            <a:spAutoFit/>
          </a:bodyPr>
          <a:lstStyle/>
          <a:p>
            <a:r>
              <a:rPr lang="en-US" sz="1100" dirty="0"/>
              <a:t>AWS VPN</a:t>
            </a:r>
          </a:p>
        </p:txBody>
      </p:sp>
      <p:pic>
        <p:nvPicPr>
          <p:cNvPr id="192" name="Picture 6" descr="Image result for firewall  icon">
            <a:extLst>
              <a:ext uri="{FF2B5EF4-FFF2-40B4-BE49-F238E27FC236}">
                <a16:creationId xmlns:a16="http://schemas.microsoft.com/office/drawing/2014/main" id="{BA7C45A9-51D9-47CA-B360-1A4800F82C4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64169" y="1500071"/>
            <a:ext cx="794984" cy="794984"/>
          </a:xfrm>
          <a:prstGeom prst="rect">
            <a:avLst/>
          </a:prstGeom>
          <a:noFill/>
          <a:extLst>
            <a:ext uri="{909E8E84-426E-40DD-AFC4-6F175D3DCCD1}">
              <a14:hiddenFill xmlns:a14="http://schemas.microsoft.com/office/drawing/2010/main">
                <a:solidFill>
                  <a:srgbClr val="FFFFFF"/>
                </a:solidFill>
              </a14:hiddenFill>
            </a:ext>
          </a:extLst>
        </p:spPr>
      </p:pic>
      <p:cxnSp>
        <p:nvCxnSpPr>
          <p:cNvPr id="193" name="Straight Arrow Connector 192">
            <a:extLst>
              <a:ext uri="{FF2B5EF4-FFF2-40B4-BE49-F238E27FC236}">
                <a16:creationId xmlns:a16="http://schemas.microsoft.com/office/drawing/2014/main" id="{C0BA1897-EBB9-4700-B5C4-EFF7D613650E}"/>
              </a:ext>
            </a:extLst>
          </p:cNvPr>
          <p:cNvCxnSpPr>
            <a:cxnSpLocks/>
          </p:cNvCxnSpPr>
          <p:nvPr/>
        </p:nvCxnSpPr>
        <p:spPr>
          <a:xfrm flipV="1">
            <a:off x="5076357" y="1783429"/>
            <a:ext cx="344392" cy="34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5029D4F9-2350-4A09-80EB-255707AB4AFD}"/>
              </a:ext>
            </a:extLst>
          </p:cNvPr>
          <p:cNvCxnSpPr>
            <a:cxnSpLocks/>
          </p:cNvCxnSpPr>
          <p:nvPr/>
        </p:nvCxnSpPr>
        <p:spPr>
          <a:xfrm flipV="1">
            <a:off x="9283547" y="2550377"/>
            <a:ext cx="507205" cy="32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084A5C1-664E-42B3-8117-5481B2608762}"/>
              </a:ext>
            </a:extLst>
          </p:cNvPr>
          <p:cNvCxnSpPr/>
          <p:nvPr/>
        </p:nvCxnSpPr>
        <p:spPr>
          <a:xfrm>
            <a:off x="229772" y="3713874"/>
            <a:ext cx="1173245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F84B04D9-62D9-49C8-B8D9-39FAB31DE2AD}"/>
              </a:ext>
            </a:extLst>
          </p:cNvPr>
          <p:cNvSpPr txBox="1"/>
          <p:nvPr/>
        </p:nvSpPr>
        <p:spPr>
          <a:xfrm>
            <a:off x="229771" y="607729"/>
            <a:ext cx="3264107" cy="646331"/>
          </a:xfrm>
          <a:prstGeom prst="rect">
            <a:avLst/>
          </a:prstGeom>
          <a:noFill/>
        </p:spPr>
        <p:txBody>
          <a:bodyPr wrap="square" rtlCol="0">
            <a:spAutoFit/>
          </a:bodyPr>
          <a:lstStyle/>
          <a:p>
            <a:r>
              <a:rPr lang="en-US" dirty="0"/>
              <a:t>Assignments #9, #11, #16</a:t>
            </a:r>
          </a:p>
          <a:p>
            <a:r>
              <a:rPr lang="en-US" dirty="0"/>
              <a:t>Only Rainforest App</a:t>
            </a:r>
          </a:p>
        </p:txBody>
      </p:sp>
      <p:sp>
        <p:nvSpPr>
          <p:cNvPr id="199" name="TextBox 198">
            <a:extLst>
              <a:ext uri="{FF2B5EF4-FFF2-40B4-BE49-F238E27FC236}">
                <a16:creationId xmlns:a16="http://schemas.microsoft.com/office/drawing/2014/main" id="{6DC872EE-4980-4C65-9EE9-4BEF575EB8B9}"/>
              </a:ext>
            </a:extLst>
          </p:cNvPr>
          <p:cNvSpPr txBox="1"/>
          <p:nvPr/>
        </p:nvSpPr>
        <p:spPr>
          <a:xfrm>
            <a:off x="184807" y="3758795"/>
            <a:ext cx="2968403" cy="646331"/>
          </a:xfrm>
          <a:prstGeom prst="rect">
            <a:avLst/>
          </a:prstGeom>
          <a:noFill/>
        </p:spPr>
        <p:txBody>
          <a:bodyPr wrap="square" rtlCol="0">
            <a:spAutoFit/>
          </a:bodyPr>
          <a:lstStyle/>
          <a:p>
            <a:r>
              <a:rPr lang="en-US" dirty="0"/>
              <a:t>Assignments #8, #10, #12</a:t>
            </a:r>
          </a:p>
          <a:p>
            <a:r>
              <a:rPr lang="en-US" dirty="0"/>
              <a:t>Only </a:t>
            </a:r>
            <a:r>
              <a:rPr lang="en-US" dirty="0" err="1"/>
              <a:t>MyFIU</a:t>
            </a:r>
            <a:r>
              <a:rPr lang="en-US" dirty="0"/>
              <a:t> App</a:t>
            </a:r>
          </a:p>
        </p:txBody>
      </p:sp>
      <p:pic>
        <p:nvPicPr>
          <p:cNvPr id="77" name="Picture 76">
            <a:extLst>
              <a:ext uri="{FF2B5EF4-FFF2-40B4-BE49-F238E27FC236}">
                <a16:creationId xmlns:a16="http://schemas.microsoft.com/office/drawing/2014/main" id="{A9176A80-1D09-4624-A89F-BFBE3ABB06DF}"/>
              </a:ext>
            </a:extLst>
          </p:cNvPr>
          <p:cNvPicPr>
            <a:picLocks noChangeAspect="1"/>
          </p:cNvPicPr>
          <p:nvPr/>
        </p:nvPicPr>
        <p:blipFill>
          <a:blip r:embed="rId10"/>
          <a:stretch>
            <a:fillRect/>
          </a:stretch>
        </p:blipFill>
        <p:spPr>
          <a:xfrm>
            <a:off x="7758731" y="2929687"/>
            <a:ext cx="699182" cy="650303"/>
          </a:xfrm>
          <a:prstGeom prst="rect">
            <a:avLst/>
          </a:prstGeom>
        </p:spPr>
      </p:pic>
      <p:cxnSp>
        <p:nvCxnSpPr>
          <p:cNvPr id="78" name="Straight Arrow Connector 77">
            <a:extLst>
              <a:ext uri="{FF2B5EF4-FFF2-40B4-BE49-F238E27FC236}">
                <a16:creationId xmlns:a16="http://schemas.microsoft.com/office/drawing/2014/main" id="{B2AF7FA4-C1EE-45EB-93EE-24E8248FA7EC}"/>
              </a:ext>
            </a:extLst>
          </p:cNvPr>
          <p:cNvCxnSpPr>
            <a:cxnSpLocks/>
            <a:stCxn id="170" idx="1"/>
            <a:endCxn id="77" idx="3"/>
          </p:cNvCxnSpPr>
          <p:nvPr/>
        </p:nvCxnSpPr>
        <p:spPr>
          <a:xfrm flipH="1">
            <a:off x="8457913" y="2632505"/>
            <a:ext cx="1206421" cy="6223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E2E13240-6AAC-49C0-8102-AC4A683F777E}"/>
              </a:ext>
            </a:extLst>
          </p:cNvPr>
          <p:cNvCxnSpPr>
            <a:cxnSpLocks/>
            <a:stCxn id="172" idx="3"/>
            <a:endCxn id="77" idx="0"/>
          </p:cNvCxnSpPr>
          <p:nvPr/>
        </p:nvCxnSpPr>
        <p:spPr>
          <a:xfrm>
            <a:off x="7496534" y="1354153"/>
            <a:ext cx="611788" cy="1575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A2F0FFBD-AF91-474E-A478-62D12E377EC9}"/>
              </a:ext>
            </a:extLst>
          </p:cNvPr>
          <p:cNvCxnSpPr>
            <a:cxnSpLocks/>
            <a:stCxn id="173" idx="3"/>
            <a:endCxn id="77" idx="0"/>
          </p:cNvCxnSpPr>
          <p:nvPr/>
        </p:nvCxnSpPr>
        <p:spPr>
          <a:xfrm>
            <a:off x="7525252" y="2590460"/>
            <a:ext cx="583070" cy="339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94" name="Picture 6" descr="Image result for firewall  icon">
            <a:extLst>
              <a:ext uri="{FF2B5EF4-FFF2-40B4-BE49-F238E27FC236}">
                <a16:creationId xmlns:a16="http://schemas.microsoft.com/office/drawing/2014/main" id="{2BE37ABF-B029-412E-901F-069FB9FD82E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57183" y="2213068"/>
            <a:ext cx="794984" cy="794984"/>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84">
            <a:extLst>
              <a:ext uri="{FF2B5EF4-FFF2-40B4-BE49-F238E27FC236}">
                <a16:creationId xmlns:a16="http://schemas.microsoft.com/office/drawing/2014/main" id="{EBD261BD-8AD2-4293-AE8A-C5F750181553}"/>
              </a:ext>
            </a:extLst>
          </p:cNvPr>
          <p:cNvPicPr>
            <a:picLocks noChangeAspect="1"/>
          </p:cNvPicPr>
          <p:nvPr/>
        </p:nvPicPr>
        <p:blipFill>
          <a:blip r:embed="rId10"/>
          <a:stretch>
            <a:fillRect/>
          </a:stretch>
        </p:blipFill>
        <p:spPr>
          <a:xfrm>
            <a:off x="7814221" y="6114444"/>
            <a:ext cx="699182" cy="650303"/>
          </a:xfrm>
          <a:prstGeom prst="rect">
            <a:avLst/>
          </a:prstGeom>
        </p:spPr>
      </p:pic>
      <p:cxnSp>
        <p:nvCxnSpPr>
          <p:cNvPr id="86" name="Straight Arrow Connector 85">
            <a:extLst>
              <a:ext uri="{FF2B5EF4-FFF2-40B4-BE49-F238E27FC236}">
                <a16:creationId xmlns:a16="http://schemas.microsoft.com/office/drawing/2014/main" id="{255EF880-E715-4C76-8FCF-E693C6D4EA0C}"/>
              </a:ext>
            </a:extLst>
          </p:cNvPr>
          <p:cNvCxnSpPr>
            <a:cxnSpLocks/>
            <a:stCxn id="43" idx="1"/>
            <a:endCxn id="85" idx="3"/>
          </p:cNvCxnSpPr>
          <p:nvPr/>
        </p:nvCxnSpPr>
        <p:spPr>
          <a:xfrm flipH="1">
            <a:off x="8513403" y="5829205"/>
            <a:ext cx="1235339" cy="610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FC0F44B5-7626-407A-B8B5-E959992BED37}"/>
              </a:ext>
            </a:extLst>
          </p:cNvPr>
          <p:cNvCxnSpPr>
            <a:cxnSpLocks/>
            <a:stCxn id="14" idx="3"/>
            <a:endCxn id="85" idx="0"/>
          </p:cNvCxnSpPr>
          <p:nvPr/>
        </p:nvCxnSpPr>
        <p:spPr>
          <a:xfrm>
            <a:off x="7580942" y="4550853"/>
            <a:ext cx="582870" cy="15635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84A30FCA-7BE9-4492-933A-843A0C77DEB8}"/>
              </a:ext>
            </a:extLst>
          </p:cNvPr>
          <p:cNvCxnSpPr>
            <a:cxnSpLocks/>
            <a:stCxn id="16" idx="3"/>
            <a:endCxn id="85" idx="0"/>
          </p:cNvCxnSpPr>
          <p:nvPr/>
        </p:nvCxnSpPr>
        <p:spPr>
          <a:xfrm>
            <a:off x="7609660" y="5787160"/>
            <a:ext cx="554152" cy="327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9" name="Picture 6" descr="Image result for firewall  icon">
            <a:extLst>
              <a:ext uri="{FF2B5EF4-FFF2-40B4-BE49-F238E27FC236}">
                <a16:creationId xmlns:a16="http://schemas.microsoft.com/office/drawing/2014/main" id="{ADB19108-A71C-469B-B4D6-21788D0060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41591" y="5409768"/>
            <a:ext cx="794984" cy="794984"/>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CFF8A397-2235-4E2C-8D4C-116D6112E165}"/>
              </a:ext>
            </a:extLst>
          </p:cNvPr>
          <p:cNvCxnSpPr>
            <a:endCxn id="77" idx="1"/>
          </p:cNvCxnSpPr>
          <p:nvPr/>
        </p:nvCxnSpPr>
        <p:spPr>
          <a:xfrm>
            <a:off x="4686988" y="2155266"/>
            <a:ext cx="3071743" cy="1099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6D6C2E1-5CDB-4C08-8CAF-48C8D8AD8622}"/>
              </a:ext>
            </a:extLst>
          </p:cNvPr>
          <p:cNvCxnSpPr>
            <a:stCxn id="186" idx="3"/>
            <a:endCxn id="77" idx="1"/>
          </p:cNvCxnSpPr>
          <p:nvPr/>
        </p:nvCxnSpPr>
        <p:spPr>
          <a:xfrm>
            <a:off x="3234609" y="2077406"/>
            <a:ext cx="4524122" cy="1177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B1025A4-DBD5-401D-81BE-D3FB574982CE}"/>
              </a:ext>
            </a:extLst>
          </p:cNvPr>
          <p:cNvCxnSpPr>
            <a:cxnSpLocks/>
            <a:endCxn id="85" idx="1"/>
          </p:cNvCxnSpPr>
          <p:nvPr/>
        </p:nvCxnSpPr>
        <p:spPr>
          <a:xfrm>
            <a:off x="4846110" y="5305459"/>
            <a:ext cx="2968111" cy="1134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B5E1C0D-019B-4941-8CC2-403CB72D1847}"/>
              </a:ext>
            </a:extLst>
          </p:cNvPr>
          <p:cNvCxnSpPr>
            <a:cxnSpLocks/>
            <a:stCxn id="153" idx="3"/>
            <a:endCxn id="85" idx="1"/>
          </p:cNvCxnSpPr>
          <p:nvPr/>
        </p:nvCxnSpPr>
        <p:spPr>
          <a:xfrm>
            <a:off x="3234609" y="5274106"/>
            <a:ext cx="4579612" cy="11654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3" name="Picture 102">
            <a:extLst>
              <a:ext uri="{FF2B5EF4-FFF2-40B4-BE49-F238E27FC236}">
                <a16:creationId xmlns:a16="http://schemas.microsoft.com/office/drawing/2014/main" id="{1614AB9F-B548-488E-A4D6-E9F166AE973D}"/>
              </a:ext>
            </a:extLst>
          </p:cNvPr>
          <p:cNvPicPr>
            <a:picLocks noChangeAspect="1"/>
          </p:cNvPicPr>
          <p:nvPr/>
        </p:nvPicPr>
        <p:blipFill>
          <a:blip r:embed="rId11"/>
          <a:stretch>
            <a:fillRect/>
          </a:stretch>
        </p:blipFill>
        <p:spPr>
          <a:xfrm>
            <a:off x="10249693" y="1378687"/>
            <a:ext cx="755685" cy="413416"/>
          </a:xfrm>
          <a:prstGeom prst="rect">
            <a:avLst/>
          </a:prstGeom>
        </p:spPr>
      </p:pic>
      <p:sp>
        <p:nvSpPr>
          <p:cNvPr id="104" name="TextBox 103">
            <a:extLst>
              <a:ext uri="{FF2B5EF4-FFF2-40B4-BE49-F238E27FC236}">
                <a16:creationId xmlns:a16="http://schemas.microsoft.com/office/drawing/2014/main" id="{62777F96-8E07-4D10-838A-CFC3633731C8}"/>
              </a:ext>
            </a:extLst>
          </p:cNvPr>
          <p:cNvSpPr txBox="1"/>
          <p:nvPr/>
        </p:nvSpPr>
        <p:spPr>
          <a:xfrm>
            <a:off x="10119447" y="617697"/>
            <a:ext cx="840391" cy="369332"/>
          </a:xfrm>
          <a:prstGeom prst="rect">
            <a:avLst/>
          </a:prstGeom>
          <a:noFill/>
        </p:spPr>
        <p:txBody>
          <a:bodyPr wrap="square" rtlCol="0">
            <a:spAutoFit/>
          </a:bodyPr>
          <a:lstStyle/>
          <a:p>
            <a:r>
              <a:rPr lang="en-US" dirty="0"/>
              <a:t>VPC</a:t>
            </a:r>
          </a:p>
        </p:txBody>
      </p:sp>
      <p:grpSp>
        <p:nvGrpSpPr>
          <p:cNvPr id="105" name="Group 104">
            <a:extLst>
              <a:ext uri="{FF2B5EF4-FFF2-40B4-BE49-F238E27FC236}">
                <a16:creationId xmlns:a16="http://schemas.microsoft.com/office/drawing/2014/main" id="{222C68D7-CD97-4BDD-877E-1407048BB6DB}"/>
              </a:ext>
            </a:extLst>
          </p:cNvPr>
          <p:cNvGrpSpPr/>
          <p:nvPr/>
        </p:nvGrpSpPr>
        <p:grpSpPr>
          <a:xfrm>
            <a:off x="11421351" y="1206886"/>
            <a:ext cx="879607" cy="755165"/>
            <a:chOff x="10106948" y="1352105"/>
            <a:chExt cx="879607" cy="755165"/>
          </a:xfrm>
        </p:grpSpPr>
        <p:pic>
          <p:nvPicPr>
            <p:cNvPr id="106" name="Picture 6" descr="Image result for network cloud icon">
              <a:extLst>
                <a:ext uri="{FF2B5EF4-FFF2-40B4-BE49-F238E27FC236}">
                  <a16:creationId xmlns:a16="http://schemas.microsoft.com/office/drawing/2014/main" id="{68C21A06-F476-4FD7-A8FB-17129583D0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6948" y="1352105"/>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107" name="TextBox 106">
              <a:extLst>
                <a:ext uri="{FF2B5EF4-FFF2-40B4-BE49-F238E27FC236}">
                  <a16:creationId xmlns:a16="http://schemas.microsoft.com/office/drawing/2014/main" id="{2CD85742-A726-4E4A-B7E1-21591C7722AD}"/>
                </a:ext>
              </a:extLst>
            </p:cNvPr>
            <p:cNvSpPr txBox="1"/>
            <p:nvPr/>
          </p:nvSpPr>
          <p:spPr>
            <a:xfrm>
              <a:off x="10136946" y="1667405"/>
              <a:ext cx="849609" cy="261610"/>
            </a:xfrm>
            <a:prstGeom prst="rect">
              <a:avLst/>
            </a:prstGeom>
            <a:noFill/>
          </p:spPr>
          <p:txBody>
            <a:bodyPr wrap="square" rtlCol="0">
              <a:spAutoFit/>
            </a:bodyPr>
            <a:lstStyle/>
            <a:p>
              <a:r>
                <a:rPr lang="en-US" sz="1100" dirty="0"/>
                <a:t>Internet</a:t>
              </a:r>
            </a:p>
          </p:txBody>
        </p:sp>
      </p:grpSp>
      <p:cxnSp>
        <p:nvCxnSpPr>
          <p:cNvPr id="108" name="Straight Arrow Connector 107">
            <a:extLst>
              <a:ext uri="{FF2B5EF4-FFF2-40B4-BE49-F238E27FC236}">
                <a16:creationId xmlns:a16="http://schemas.microsoft.com/office/drawing/2014/main" id="{4E1AD02F-C09D-4707-B13D-F5A1A24E6227}"/>
              </a:ext>
            </a:extLst>
          </p:cNvPr>
          <p:cNvCxnSpPr>
            <a:stCxn id="103" idx="3"/>
            <a:endCxn id="106" idx="1"/>
          </p:cNvCxnSpPr>
          <p:nvPr/>
        </p:nvCxnSpPr>
        <p:spPr>
          <a:xfrm flipV="1">
            <a:off x="11005378" y="1584469"/>
            <a:ext cx="415973" cy="9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9" name="Picture 108">
            <a:extLst>
              <a:ext uri="{FF2B5EF4-FFF2-40B4-BE49-F238E27FC236}">
                <a16:creationId xmlns:a16="http://schemas.microsoft.com/office/drawing/2014/main" id="{600F7006-BD9F-4F7E-9195-95038D5FDAEB}"/>
              </a:ext>
            </a:extLst>
          </p:cNvPr>
          <p:cNvPicPr>
            <a:picLocks noChangeAspect="1"/>
          </p:cNvPicPr>
          <p:nvPr/>
        </p:nvPicPr>
        <p:blipFill>
          <a:blip r:embed="rId11"/>
          <a:stretch>
            <a:fillRect/>
          </a:stretch>
        </p:blipFill>
        <p:spPr>
          <a:xfrm>
            <a:off x="10233255" y="4598777"/>
            <a:ext cx="755685" cy="413416"/>
          </a:xfrm>
          <a:prstGeom prst="rect">
            <a:avLst/>
          </a:prstGeom>
        </p:spPr>
      </p:pic>
      <p:sp>
        <p:nvSpPr>
          <p:cNvPr id="110" name="TextBox 109">
            <a:extLst>
              <a:ext uri="{FF2B5EF4-FFF2-40B4-BE49-F238E27FC236}">
                <a16:creationId xmlns:a16="http://schemas.microsoft.com/office/drawing/2014/main" id="{D7783590-12C2-43A4-9BC8-F0C8C8548797}"/>
              </a:ext>
            </a:extLst>
          </p:cNvPr>
          <p:cNvSpPr txBox="1"/>
          <p:nvPr/>
        </p:nvSpPr>
        <p:spPr>
          <a:xfrm>
            <a:off x="10103009" y="3837787"/>
            <a:ext cx="840391" cy="369332"/>
          </a:xfrm>
          <a:prstGeom prst="rect">
            <a:avLst/>
          </a:prstGeom>
          <a:noFill/>
        </p:spPr>
        <p:txBody>
          <a:bodyPr wrap="square" rtlCol="0">
            <a:spAutoFit/>
          </a:bodyPr>
          <a:lstStyle/>
          <a:p>
            <a:r>
              <a:rPr lang="en-US" dirty="0"/>
              <a:t>VPC</a:t>
            </a:r>
          </a:p>
        </p:txBody>
      </p:sp>
      <p:grpSp>
        <p:nvGrpSpPr>
          <p:cNvPr id="111" name="Group 110">
            <a:extLst>
              <a:ext uri="{FF2B5EF4-FFF2-40B4-BE49-F238E27FC236}">
                <a16:creationId xmlns:a16="http://schemas.microsoft.com/office/drawing/2014/main" id="{C7AA64C2-D876-4682-B2DE-119B3E02DB80}"/>
              </a:ext>
            </a:extLst>
          </p:cNvPr>
          <p:cNvGrpSpPr/>
          <p:nvPr/>
        </p:nvGrpSpPr>
        <p:grpSpPr>
          <a:xfrm>
            <a:off x="11404913" y="4426976"/>
            <a:ext cx="879607" cy="755165"/>
            <a:chOff x="10106948" y="1352105"/>
            <a:chExt cx="879607" cy="755165"/>
          </a:xfrm>
        </p:grpSpPr>
        <p:pic>
          <p:nvPicPr>
            <p:cNvPr id="112" name="Picture 6" descr="Image result for network cloud icon">
              <a:extLst>
                <a:ext uri="{FF2B5EF4-FFF2-40B4-BE49-F238E27FC236}">
                  <a16:creationId xmlns:a16="http://schemas.microsoft.com/office/drawing/2014/main" id="{2E4B1ABA-CDEB-418E-B6D3-DC4FE13B61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6948" y="1352105"/>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113" name="TextBox 112">
              <a:extLst>
                <a:ext uri="{FF2B5EF4-FFF2-40B4-BE49-F238E27FC236}">
                  <a16:creationId xmlns:a16="http://schemas.microsoft.com/office/drawing/2014/main" id="{37E24C71-EA2A-4FC8-95C3-14B2776282DA}"/>
                </a:ext>
              </a:extLst>
            </p:cNvPr>
            <p:cNvSpPr txBox="1"/>
            <p:nvPr/>
          </p:nvSpPr>
          <p:spPr>
            <a:xfrm>
              <a:off x="10136946" y="1667405"/>
              <a:ext cx="849609" cy="261610"/>
            </a:xfrm>
            <a:prstGeom prst="rect">
              <a:avLst/>
            </a:prstGeom>
            <a:noFill/>
          </p:spPr>
          <p:txBody>
            <a:bodyPr wrap="square" rtlCol="0">
              <a:spAutoFit/>
            </a:bodyPr>
            <a:lstStyle/>
            <a:p>
              <a:r>
                <a:rPr lang="en-US" sz="1100" dirty="0"/>
                <a:t>Internet</a:t>
              </a:r>
            </a:p>
          </p:txBody>
        </p:sp>
      </p:grpSp>
      <p:cxnSp>
        <p:nvCxnSpPr>
          <p:cNvPr id="114" name="Straight Arrow Connector 113">
            <a:extLst>
              <a:ext uri="{FF2B5EF4-FFF2-40B4-BE49-F238E27FC236}">
                <a16:creationId xmlns:a16="http://schemas.microsoft.com/office/drawing/2014/main" id="{AD776E51-13F7-40D6-9612-5F2D89F3327B}"/>
              </a:ext>
            </a:extLst>
          </p:cNvPr>
          <p:cNvCxnSpPr>
            <a:stCxn id="109" idx="3"/>
            <a:endCxn id="112" idx="1"/>
          </p:cNvCxnSpPr>
          <p:nvPr/>
        </p:nvCxnSpPr>
        <p:spPr>
          <a:xfrm flipV="1">
            <a:off x="10988940" y="4804559"/>
            <a:ext cx="415973" cy="9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887405D1-C382-4178-9DF4-D6231BB4759C}"/>
              </a:ext>
            </a:extLst>
          </p:cNvPr>
          <p:cNvSpPr txBox="1"/>
          <p:nvPr/>
        </p:nvSpPr>
        <p:spPr>
          <a:xfrm>
            <a:off x="10212429" y="1779175"/>
            <a:ext cx="950743" cy="261610"/>
          </a:xfrm>
          <a:prstGeom prst="rect">
            <a:avLst/>
          </a:prstGeom>
          <a:noFill/>
        </p:spPr>
        <p:txBody>
          <a:bodyPr wrap="square" rtlCol="0">
            <a:spAutoFit/>
          </a:bodyPr>
          <a:lstStyle/>
          <a:p>
            <a:r>
              <a:rPr lang="en-US" sz="1100" dirty="0"/>
              <a:t>NAT Instance</a:t>
            </a:r>
          </a:p>
        </p:txBody>
      </p:sp>
      <p:sp>
        <p:nvSpPr>
          <p:cNvPr id="116" name="TextBox 115">
            <a:extLst>
              <a:ext uri="{FF2B5EF4-FFF2-40B4-BE49-F238E27FC236}">
                <a16:creationId xmlns:a16="http://schemas.microsoft.com/office/drawing/2014/main" id="{F33C2E9A-E6DC-4E61-A6AA-88E67B56C539}"/>
              </a:ext>
            </a:extLst>
          </p:cNvPr>
          <p:cNvSpPr txBox="1"/>
          <p:nvPr/>
        </p:nvSpPr>
        <p:spPr>
          <a:xfrm>
            <a:off x="10164714" y="4928464"/>
            <a:ext cx="950743" cy="261610"/>
          </a:xfrm>
          <a:prstGeom prst="rect">
            <a:avLst/>
          </a:prstGeom>
          <a:noFill/>
        </p:spPr>
        <p:txBody>
          <a:bodyPr wrap="square" rtlCol="0">
            <a:spAutoFit/>
          </a:bodyPr>
          <a:lstStyle/>
          <a:p>
            <a:r>
              <a:rPr lang="en-US" sz="1100" dirty="0"/>
              <a:t>NAT Instance</a:t>
            </a:r>
          </a:p>
        </p:txBody>
      </p:sp>
      <p:cxnSp>
        <p:nvCxnSpPr>
          <p:cNvPr id="117" name="Straight Arrow Connector 116">
            <a:extLst>
              <a:ext uri="{FF2B5EF4-FFF2-40B4-BE49-F238E27FC236}">
                <a16:creationId xmlns:a16="http://schemas.microsoft.com/office/drawing/2014/main" id="{A14480BF-5788-4A79-B67B-8364C6B9C1B4}"/>
              </a:ext>
            </a:extLst>
          </p:cNvPr>
          <p:cNvCxnSpPr>
            <a:cxnSpLocks/>
            <a:stCxn id="172" idx="3"/>
            <a:endCxn id="103" idx="1"/>
          </p:cNvCxnSpPr>
          <p:nvPr/>
        </p:nvCxnSpPr>
        <p:spPr>
          <a:xfrm>
            <a:off x="7496534" y="1354153"/>
            <a:ext cx="2753159" cy="231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C7E58153-0099-450B-AFA7-B3807C5366DE}"/>
              </a:ext>
            </a:extLst>
          </p:cNvPr>
          <p:cNvCxnSpPr>
            <a:cxnSpLocks/>
            <a:stCxn id="14" idx="3"/>
            <a:endCxn id="109" idx="1"/>
          </p:cNvCxnSpPr>
          <p:nvPr/>
        </p:nvCxnSpPr>
        <p:spPr>
          <a:xfrm>
            <a:off x="7580942" y="4550853"/>
            <a:ext cx="2652313" cy="2546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2CFA7F67-E085-472F-873D-DEDBA9024A80}"/>
              </a:ext>
            </a:extLst>
          </p:cNvPr>
          <p:cNvSpPr txBox="1"/>
          <p:nvPr/>
        </p:nvSpPr>
        <p:spPr>
          <a:xfrm>
            <a:off x="8687338" y="1473750"/>
            <a:ext cx="1433265" cy="261610"/>
          </a:xfrm>
          <a:prstGeom prst="rect">
            <a:avLst/>
          </a:prstGeom>
          <a:noFill/>
        </p:spPr>
        <p:txBody>
          <a:bodyPr wrap="square" rtlCol="0">
            <a:spAutoFit/>
          </a:bodyPr>
          <a:lstStyle/>
          <a:p>
            <a:r>
              <a:rPr lang="en-US" sz="1100" dirty="0"/>
              <a:t>External web service</a:t>
            </a:r>
          </a:p>
        </p:txBody>
      </p:sp>
      <p:sp>
        <p:nvSpPr>
          <p:cNvPr id="127" name="TextBox 126">
            <a:extLst>
              <a:ext uri="{FF2B5EF4-FFF2-40B4-BE49-F238E27FC236}">
                <a16:creationId xmlns:a16="http://schemas.microsoft.com/office/drawing/2014/main" id="{B3400E72-2B76-438F-BF79-656168319E0A}"/>
              </a:ext>
            </a:extLst>
          </p:cNvPr>
          <p:cNvSpPr txBox="1"/>
          <p:nvPr/>
        </p:nvSpPr>
        <p:spPr>
          <a:xfrm>
            <a:off x="8808130" y="4703781"/>
            <a:ext cx="1433265" cy="261610"/>
          </a:xfrm>
          <a:prstGeom prst="rect">
            <a:avLst/>
          </a:prstGeom>
          <a:noFill/>
        </p:spPr>
        <p:txBody>
          <a:bodyPr wrap="square" rtlCol="0">
            <a:spAutoFit/>
          </a:bodyPr>
          <a:lstStyle/>
          <a:p>
            <a:r>
              <a:rPr lang="en-US" sz="1100" dirty="0"/>
              <a:t>External web service</a:t>
            </a:r>
          </a:p>
        </p:txBody>
      </p:sp>
      <p:sp>
        <p:nvSpPr>
          <p:cNvPr id="91" name="TextBox 90">
            <a:extLst>
              <a:ext uri="{FF2B5EF4-FFF2-40B4-BE49-F238E27FC236}">
                <a16:creationId xmlns:a16="http://schemas.microsoft.com/office/drawing/2014/main" id="{570D2938-F563-4B7C-877F-1917EA8C0508}"/>
              </a:ext>
            </a:extLst>
          </p:cNvPr>
          <p:cNvSpPr txBox="1"/>
          <p:nvPr/>
        </p:nvSpPr>
        <p:spPr>
          <a:xfrm>
            <a:off x="6522458" y="3850813"/>
            <a:ext cx="1719325" cy="269384"/>
          </a:xfrm>
          <a:prstGeom prst="rect">
            <a:avLst/>
          </a:prstGeom>
          <a:noFill/>
        </p:spPr>
        <p:txBody>
          <a:bodyPr wrap="square" rtlCol="0">
            <a:spAutoFit/>
          </a:bodyPr>
          <a:lstStyle/>
          <a:p>
            <a:r>
              <a:rPr lang="en-US" sz="1100" dirty="0"/>
              <a:t>IIS1 Server (</a:t>
            </a:r>
            <a:r>
              <a:rPr lang="en-US" sz="1100" dirty="0" err="1"/>
              <a:t>MyFIU</a:t>
            </a:r>
            <a:r>
              <a:rPr lang="en-US" sz="1100" dirty="0"/>
              <a:t> site)</a:t>
            </a:r>
          </a:p>
        </p:txBody>
      </p:sp>
      <p:sp>
        <p:nvSpPr>
          <p:cNvPr id="92" name="TextBox 91">
            <a:extLst>
              <a:ext uri="{FF2B5EF4-FFF2-40B4-BE49-F238E27FC236}">
                <a16:creationId xmlns:a16="http://schemas.microsoft.com/office/drawing/2014/main" id="{4D8BEA47-3221-479F-8584-D4094F5EDDBF}"/>
              </a:ext>
            </a:extLst>
          </p:cNvPr>
          <p:cNvSpPr txBox="1"/>
          <p:nvPr/>
        </p:nvSpPr>
        <p:spPr>
          <a:xfrm>
            <a:off x="6420517" y="5142556"/>
            <a:ext cx="1719325" cy="261610"/>
          </a:xfrm>
          <a:prstGeom prst="rect">
            <a:avLst/>
          </a:prstGeom>
          <a:noFill/>
        </p:spPr>
        <p:txBody>
          <a:bodyPr wrap="square" rtlCol="0">
            <a:spAutoFit/>
          </a:bodyPr>
          <a:lstStyle/>
          <a:p>
            <a:r>
              <a:rPr lang="en-US" sz="1100" dirty="0"/>
              <a:t>IIS2 Server (</a:t>
            </a:r>
            <a:r>
              <a:rPr lang="en-US" sz="1100" dirty="0" err="1"/>
              <a:t>MyFIU</a:t>
            </a:r>
            <a:r>
              <a:rPr lang="en-US" sz="1100" dirty="0"/>
              <a:t> site)</a:t>
            </a:r>
          </a:p>
        </p:txBody>
      </p:sp>
      <p:sp>
        <p:nvSpPr>
          <p:cNvPr id="93" name="TextBox 92">
            <a:extLst>
              <a:ext uri="{FF2B5EF4-FFF2-40B4-BE49-F238E27FC236}">
                <a16:creationId xmlns:a16="http://schemas.microsoft.com/office/drawing/2014/main" id="{B6F3AA83-8653-4C88-82DF-8007DF1B3F13}"/>
              </a:ext>
            </a:extLst>
          </p:cNvPr>
          <p:cNvSpPr txBox="1"/>
          <p:nvPr/>
        </p:nvSpPr>
        <p:spPr>
          <a:xfrm>
            <a:off x="6282146" y="652816"/>
            <a:ext cx="2175767" cy="261610"/>
          </a:xfrm>
          <a:prstGeom prst="rect">
            <a:avLst/>
          </a:prstGeom>
          <a:noFill/>
        </p:spPr>
        <p:txBody>
          <a:bodyPr wrap="square" rtlCol="0">
            <a:spAutoFit/>
          </a:bodyPr>
          <a:lstStyle/>
          <a:p>
            <a:r>
              <a:rPr lang="en-US" sz="1100" dirty="0"/>
              <a:t>Linux1 Server (Rainforest Site)</a:t>
            </a:r>
          </a:p>
        </p:txBody>
      </p:sp>
      <p:sp>
        <p:nvSpPr>
          <p:cNvPr id="94" name="TextBox 93">
            <a:extLst>
              <a:ext uri="{FF2B5EF4-FFF2-40B4-BE49-F238E27FC236}">
                <a16:creationId xmlns:a16="http://schemas.microsoft.com/office/drawing/2014/main" id="{88C78C0E-35B3-40DA-9318-607439A9FD0F}"/>
              </a:ext>
            </a:extLst>
          </p:cNvPr>
          <p:cNvSpPr txBox="1"/>
          <p:nvPr/>
        </p:nvSpPr>
        <p:spPr>
          <a:xfrm>
            <a:off x="6566241" y="1802224"/>
            <a:ext cx="1289544" cy="430887"/>
          </a:xfrm>
          <a:prstGeom prst="rect">
            <a:avLst/>
          </a:prstGeom>
          <a:noFill/>
        </p:spPr>
        <p:txBody>
          <a:bodyPr wrap="square" rtlCol="0">
            <a:spAutoFit/>
          </a:bodyPr>
          <a:lstStyle/>
          <a:p>
            <a:r>
              <a:rPr lang="en-US" sz="1100" dirty="0"/>
              <a:t>Linux2 Server (Rainforest Site)</a:t>
            </a:r>
          </a:p>
        </p:txBody>
      </p:sp>
      <p:sp>
        <p:nvSpPr>
          <p:cNvPr id="95" name="TextBox 94">
            <a:extLst>
              <a:ext uri="{FF2B5EF4-FFF2-40B4-BE49-F238E27FC236}">
                <a16:creationId xmlns:a16="http://schemas.microsoft.com/office/drawing/2014/main" id="{B7895F2B-FD99-450A-9FDC-28121B3A4919}"/>
              </a:ext>
            </a:extLst>
          </p:cNvPr>
          <p:cNvSpPr txBox="1"/>
          <p:nvPr/>
        </p:nvSpPr>
        <p:spPr>
          <a:xfrm>
            <a:off x="9621557" y="3001823"/>
            <a:ext cx="1345916" cy="600164"/>
          </a:xfrm>
          <a:prstGeom prst="rect">
            <a:avLst/>
          </a:prstGeom>
          <a:noFill/>
        </p:spPr>
        <p:txBody>
          <a:bodyPr wrap="square" rtlCol="0">
            <a:spAutoFit/>
          </a:bodyPr>
          <a:lstStyle/>
          <a:p>
            <a:r>
              <a:rPr lang="en-US" sz="1100" dirty="0"/>
              <a:t>MSSQL Server (Windows SQL Server)</a:t>
            </a:r>
          </a:p>
        </p:txBody>
      </p:sp>
      <p:sp>
        <p:nvSpPr>
          <p:cNvPr id="97" name="TextBox 96">
            <a:extLst>
              <a:ext uri="{FF2B5EF4-FFF2-40B4-BE49-F238E27FC236}">
                <a16:creationId xmlns:a16="http://schemas.microsoft.com/office/drawing/2014/main" id="{5C53C2B8-1BE5-4489-A253-2FEF6FE21538}"/>
              </a:ext>
            </a:extLst>
          </p:cNvPr>
          <p:cNvSpPr txBox="1"/>
          <p:nvPr/>
        </p:nvSpPr>
        <p:spPr>
          <a:xfrm>
            <a:off x="9692153" y="6217472"/>
            <a:ext cx="1345916" cy="600164"/>
          </a:xfrm>
          <a:prstGeom prst="rect">
            <a:avLst/>
          </a:prstGeom>
          <a:noFill/>
        </p:spPr>
        <p:txBody>
          <a:bodyPr wrap="square" rtlCol="0">
            <a:spAutoFit/>
          </a:bodyPr>
          <a:lstStyle/>
          <a:p>
            <a:r>
              <a:rPr lang="en-US" sz="1100" dirty="0"/>
              <a:t>MSSQL Server (Windows SQL Server)</a:t>
            </a:r>
          </a:p>
        </p:txBody>
      </p:sp>
      <p:cxnSp>
        <p:nvCxnSpPr>
          <p:cNvPr id="90" name="Straight Arrow Connector 89">
            <a:extLst>
              <a:ext uri="{FF2B5EF4-FFF2-40B4-BE49-F238E27FC236}">
                <a16:creationId xmlns:a16="http://schemas.microsoft.com/office/drawing/2014/main" id="{47BD5396-935F-451A-B406-A4F2623FC83D}"/>
              </a:ext>
            </a:extLst>
          </p:cNvPr>
          <p:cNvCxnSpPr>
            <a:cxnSpLocks/>
            <a:stCxn id="173" idx="3"/>
          </p:cNvCxnSpPr>
          <p:nvPr/>
        </p:nvCxnSpPr>
        <p:spPr>
          <a:xfrm flipV="1">
            <a:off x="7525252" y="1580061"/>
            <a:ext cx="2687177" cy="1010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6282D970-DAFD-4540-A6D4-C5E4D63AE45E}"/>
              </a:ext>
            </a:extLst>
          </p:cNvPr>
          <p:cNvCxnSpPr>
            <a:cxnSpLocks/>
          </p:cNvCxnSpPr>
          <p:nvPr/>
        </p:nvCxnSpPr>
        <p:spPr>
          <a:xfrm flipV="1">
            <a:off x="7609660" y="4836029"/>
            <a:ext cx="2593597" cy="935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739EE35E-6BF0-434C-BD19-6A28A2A8C2D8}"/>
              </a:ext>
            </a:extLst>
          </p:cNvPr>
          <p:cNvSpPr txBox="1"/>
          <p:nvPr/>
        </p:nvSpPr>
        <p:spPr>
          <a:xfrm>
            <a:off x="5955322" y="4390898"/>
            <a:ext cx="1112346" cy="261610"/>
          </a:xfrm>
          <a:prstGeom prst="rect">
            <a:avLst/>
          </a:prstGeom>
          <a:noFill/>
        </p:spPr>
        <p:txBody>
          <a:bodyPr wrap="square" rtlCol="0">
            <a:spAutoFit/>
          </a:bodyPr>
          <a:lstStyle/>
          <a:p>
            <a:r>
              <a:rPr lang="en-US" sz="1100" dirty="0"/>
              <a:t>Port 80 (IIS)</a:t>
            </a:r>
          </a:p>
        </p:txBody>
      </p:sp>
      <p:sp>
        <p:nvSpPr>
          <p:cNvPr id="100" name="TextBox 99">
            <a:extLst>
              <a:ext uri="{FF2B5EF4-FFF2-40B4-BE49-F238E27FC236}">
                <a16:creationId xmlns:a16="http://schemas.microsoft.com/office/drawing/2014/main" id="{9E27394C-0221-4029-8C06-973B7121809D}"/>
              </a:ext>
            </a:extLst>
          </p:cNvPr>
          <p:cNvSpPr txBox="1"/>
          <p:nvPr/>
        </p:nvSpPr>
        <p:spPr>
          <a:xfrm>
            <a:off x="5493796" y="2197684"/>
            <a:ext cx="1596030" cy="430887"/>
          </a:xfrm>
          <a:prstGeom prst="rect">
            <a:avLst/>
          </a:prstGeom>
          <a:noFill/>
        </p:spPr>
        <p:txBody>
          <a:bodyPr wrap="square" rtlCol="0">
            <a:spAutoFit/>
          </a:bodyPr>
          <a:lstStyle/>
          <a:p>
            <a:r>
              <a:rPr lang="en-US" sz="1100" dirty="0"/>
              <a:t>Port 80 (</a:t>
            </a:r>
            <a:r>
              <a:rPr lang="en-US" sz="1100" dirty="0" err="1"/>
              <a:t>nginx</a:t>
            </a:r>
            <a:r>
              <a:rPr lang="en-US" sz="1100" dirty="0"/>
              <a:t>)</a:t>
            </a:r>
          </a:p>
          <a:p>
            <a:r>
              <a:rPr lang="en-US" sz="1100" dirty="0"/>
              <a:t>Port 5000 (dot net)</a:t>
            </a:r>
          </a:p>
        </p:txBody>
      </p:sp>
      <p:sp>
        <p:nvSpPr>
          <p:cNvPr id="101" name="TextBox 100">
            <a:extLst>
              <a:ext uri="{FF2B5EF4-FFF2-40B4-BE49-F238E27FC236}">
                <a16:creationId xmlns:a16="http://schemas.microsoft.com/office/drawing/2014/main" id="{69824CCF-D667-4660-B9E6-0A057357581C}"/>
              </a:ext>
            </a:extLst>
          </p:cNvPr>
          <p:cNvSpPr txBox="1"/>
          <p:nvPr/>
        </p:nvSpPr>
        <p:spPr>
          <a:xfrm>
            <a:off x="9207389" y="2143432"/>
            <a:ext cx="932316" cy="430887"/>
          </a:xfrm>
          <a:prstGeom prst="rect">
            <a:avLst/>
          </a:prstGeom>
          <a:noFill/>
        </p:spPr>
        <p:txBody>
          <a:bodyPr wrap="square" rtlCol="0">
            <a:spAutoFit/>
          </a:bodyPr>
          <a:lstStyle/>
          <a:p>
            <a:r>
              <a:rPr lang="en-US" sz="1100" dirty="0"/>
              <a:t>Port 1433 (SQL)</a:t>
            </a:r>
          </a:p>
        </p:txBody>
      </p:sp>
      <p:sp>
        <p:nvSpPr>
          <p:cNvPr id="102" name="TextBox 101">
            <a:extLst>
              <a:ext uri="{FF2B5EF4-FFF2-40B4-BE49-F238E27FC236}">
                <a16:creationId xmlns:a16="http://schemas.microsoft.com/office/drawing/2014/main" id="{DA3D39A2-6146-4A64-AF4D-DD2C31E311EB}"/>
              </a:ext>
            </a:extLst>
          </p:cNvPr>
          <p:cNvSpPr txBox="1"/>
          <p:nvPr/>
        </p:nvSpPr>
        <p:spPr>
          <a:xfrm>
            <a:off x="5921623" y="5498459"/>
            <a:ext cx="1112346" cy="261610"/>
          </a:xfrm>
          <a:prstGeom prst="rect">
            <a:avLst/>
          </a:prstGeom>
          <a:noFill/>
        </p:spPr>
        <p:txBody>
          <a:bodyPr wrap="square" rtlCol="0">
            <a:spAutoFit/>
          </a:bodyPr>
          <a:lstStyle/>
          <a:p>
            <a:r>
              <a:rPr lang="en-US" sz="1100" dirty="0"/>
              <a:t>Port 80 (IIS)</a:t>
            </a:r>
          </a:p>
        </p:txBody>
      </p:sp>
      <p:sp>
        <p:nvSpPr>
          <p:cNvPr id="118" name="TextBox 117">
            <a:extLst>
              <a:ext uri="{FF2B5EF4-FFF2-40B4-BE49-F238E27FC236}">
                <a16:creationId xmlns:a16="http://schemas.microsoft.com/office/drawing/2014/main" id="{996FCB0E-9326-41CC-BBBB-33320ABB62ED}"/>
              </a:ext>
            </a:extLst>
          </p:cNvPr>
          <p:cNvSpPr txBox="1"/>
          <p:nvPr/>
        </p:nvSpPr>
        <p:spPr>
          <a:xfrm>
            <a:off x="5475868" y="947800"/>
            <a:ext cx="1596030" cy="430887"/>
          </a:xfrm>
          <a:prstGeom prst="rect">
            <a:avLst/>
          </a:prstGeom>
          <a:noFill/>
        </p:spPr>
        <p:txBody>
          <a:bodyPr wrap="square" rtlCol="0">
            <a:spAutoFit/>
          </a:bodyPr>
          <a:lstStyle/>
          <a:p>
            <a:r>
              <a:rPr lang="en-US" sz="1100" dirty="0"/>
              <a:t>Port 80 (</a:t>
            </a:r>
            <a:r>
              <a:rPr lang="en-US" sz="1100" dirty="0" err="1"/>
              <a:t>nginx</a:t>
            </a:r>
            <a:r>
              <a:rPr lang="en-US" sz="1100" dirty="0"/>
              <a:t>)</a:t>
            </a:r>
          </a:p>
          <a:p>
            <a:r>
              <a:rPr lang="en-US" sz="1100" dirty="0"/>
              <a:t>Port 5000 (dot net)</a:t>
            </a:r>
          </a:p>
        </p:txBody>
      </p:sp>
      <p:sp>
        <p:nvSpPr>
          <p:cNvPr id="119" name="TextBox 118">
            <a:extLst>
              <a:ext uri="{FF2B5EF4-FFF2-40B4-BE49-F238E27FC236}">
                <a16:creationId xmlns:a16="http://schemas.microsoft.com/office/drawing/2014/main" id="{23C2CC6C-32EF-4A6B-9085-D6C5CFF3F5A0}"/>
              </a:ext>
            </a:extLst>
          </p:cNvPr>
          <p:cNvSpPr txBox="1"/>
          <p:nvPr/>
        </p:nvSpPr>
        <p:spPr>
          <a:xfrm>
            <a:off x="9290652" y="5306074"/>
            <a:ext cx="950743" cy="430887"/>
          </a:xfrm>
          <a:prstGeom prst="rect">
            <a:avLst/>
          </a:prstGeom>
          <a:noFill/>
        </p:spPr>
        <p:txBody>
          <a:bodyPr wrap="square" rtlCol="0">
            <a:spAutoFit/>
          </a:bodyPr>
          <a:lstStyle/>
          <a:p>
            <a:r>
              <a:rPr lang="en-US" sz="1100" dirty="0"/>
              <a:t>Port 1433 (SQL)</a:t>
            </a:r>
          </a:p>
        </p:txBody>
      </p:sp>
      <p:sp>
        <p:nvSpPr>
          <p:cNvPr id="120" name="TextBox 119">
            <a:extLst>
              <a:ext uri="{FF2B5EF4-FFF2-40B4-BE49-F238E27FC236}">
                <a16:creationId xmlns:a16="http://schemas.microsoft.com/office/drawing/2014/main" id="{0E1F1921-DCBF-47B8-92D0-0A87D43B1E1C}"/>
              </a:ext>
            </a:extLst>
          </p:cNvPr>
          <p:cNvSpPr txBox="1"/>
          <p:nvPr/>
        </p:nvSpPr>
        <p:spPr>
          <a:xfrm>
            <a:off x="3584073" y="4804558"/>
            <a:ext cx="843784" cy="261610"/>
          </a:xfrm>
          <a:prstGeom prst="rect">
            <a:avLst/>
          </a:prstGeom>
          <a:noFill/>
        </p:spPr>
        <p:txBody>
          <a:bodyPr wrap="square" rtlCol="0">
            <a:spAutoFit/>
          </a:bodyPr>
          <a:lstStyle/>
          <a:p>
            <a:r>
              <a:rPr lang="en-US" sz="1100" dirty="0"/>
              <a:t>Port 443</a:t>
            </a:r>
          </a:p>
        </p:txBody>
      </p:sp>
      <p:sp>
        <p:nvSpPr>
          <p:cNvPr id="121" name="TextBox 120">
            <a:extLst>
              <a:ext uri="{FF2B5EF4-FFF2-40B4-BE49-F238E27FC236}">
                <a16:creationId xmlns:a16="http://schemas.microsoft.com/office/drawing/2014/main" id="{CA924712-3AB3-4B3C-94E1-52591D7E42D5}"/>
              </a:ext>
            </a:extLst>
          </p:cNvPr>
          <p:cNvSpPr txBox="1"/>
          <p:nvPr/>
        </p:nvSpPr>
        <p:spPr>
          <a:xfrm>
            <a:off x="3510706" y="1635918"/>
            <a:ext cx="843784" cy="261610"/>
          </a:xfrm>
          <a:prstGeom prst="rect">
            <a:avLst/>
          </a:prstGeom>
          <a:noFill/>
        </p:spPr>
        <p:txBody>
          <a:bodyPr wrap="square" rtlCol="0">
            <a:spAutoFit/>
          </a:bodyPr>
          <a:lstStyle/>
          <a:p>
            <a:r>
              <a:rPr lang="en-US" sz="1100" dirty="0"/>
              <a:t>Port 443</a:t>
            </a:r>
          </a:p>
        </p:txBody>
      </p:sp>
      <p:sp>
        <p:nvSpPr>
          <p:cNvPr id="123" name="TextBox 122">
            <a:extLst>
              <a:ext uri="{FF2B5EF4-FFF2-40B4-BE49-F238E27FC236}">
                <a16:creationId xmlns:a16="http://schemas.microsoft.com/office/drawing/2014/main" id="{1455C16A-19A1-4233-B184-63A2D0258D01}"/>
              </a:ext>
            </a:extLst>
          </p:cNvPr>
          <p:cNvSpPr txBox="1"/>
          <p:nvPr/>
        </p:nvSpPr>
        <p:spPr>
          <a:xfrm>
            <a:off x="7488135" y="6213359"/>
            <a:ext cx="759243" cy="430887"/>
          </a:xfrm>
          <a:prstGeom prst="rect">
            <a:avLst/>
          </a:prstGeom>
          <a:noFill/>
        </p:spPr>
        <p:txBody>
          <a:bodyPr wrap="square" rtlCol="0">
            <a:spAutoFit/>
          </a:bodyPr>
          <a:lstStyle/>
          <a:p>
            <a:r>
              <a:rPr lang="en-US" sz="1100" dirty="0"/>
              <a:t>Port 53 (DNS)</a:t>
            </a:r>
          </a:p>
        </p:txBody>
      </p:sp>
      <p:sp>
        <p:nvSpPr>
          <p:cNvPr id="124" name="TextBox 123">
            <a:extLst>
              <a:ext uri="{FF2B5EF4-FFF2-40B4-BE49-F238E27FC236}">
                <a16:creationId xmlns:a16="http://schemas.microsoft.com/office/drawing/2014/main" id="{A53F772D-BB1D-4A5D-98D4-E03D29886E0E}"/>
              </a:ext>
            </a:extLst>
          </p:cNvPr>
          <p:cNvSpPr txBox="1"/>
          <p:nvPr/>
        </p:nvSpPr>
        <p:spPr>
          <a:xfrm>
            <a:off x="7412235" y="3011623"/>
            <a:ext cx="759243" cy="430887"/>
          </a:xfrm>
          <a:prstGeom prst="rect">
            <a:avLst/>
          </a:prstGeom>
          <a:noFill/>
        </p:spPr>
        <p:txBody>
          <a:bodyPr wrap="square" rtlCol="0">
            <a:spAutoFit/>
          </a:bodyPr>
          <a:lstStyle/>
          <a:p>
            <a:r>
              <a:rPr lang="en-US" sz="1100" dirty="0"/>
              <a:t>Port 53 (DNS)</a:t>
            </a:r>
          </a:p>
        </p:txBody>
      </p:sp>
      <p:sp>
        <p:nvSpPr>
          <p:cNvPr id="125" name="Title 1">
            <a:extLst>
              <a:ext uri="{FF2B5EF4-FFF2-40B4-BE49-F238E27FC236}">
                <a16:creationId xmlns:a16="http://schemas.microsoft.com/office/drawing/2014/main" id="{BE576AD0-9D11-4F37-955F-92B1EB46DA66}"/>
              </a:ext>
            </a:extLst>
          </p:cNvPr>
          <p:cNvSpPr>
            <a:spLocks noGrp="1"/>
          </p:cNvSpPr>
          <p:nvPr>
            <p:ph type="title"/>
          </p:nvPr>
        </p:nvSpPr>
        <p:spPr>
          <a:xfrm>
            <a:off x="193129" y="-1"/>
            <a:ext cx="8596668" cy="677157"/>
          </a:xfrm>
        </p:spPr>
        <p:txBody>
          <a:bodyPr>
            <a:normAutofit/>
          </a:bodyPr>
          <a:lstStyle/>
          <a:p>
            <a:r>
              <a:rPr lang="en-US" sz="3200" dirty="0"/>
              <a:t>AWSVPCB Default Assignment Diagrams</a:t>
            </a:r>
          </a:p>
        </p:txBody>
      </p:sp>
      <p:pic>
        <p:nvPicPr>
          <p:cNvPr id="128" name="Picture 2" descr="Linux Server Icons PNG - Free PNG and Icons Downloads">
            <a:extLst>
              <a:ext uri="{FF2B5EF4-FFF2-40B4-BE49-F238E27FC236}">
                <a16:creationId xmlns:a16="http://schemas.microsoft.com/office/drawing/2014/main" id="{C6312023-4E38-4314-881F-2039BA26035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69429" y="2599110"/>
            <a:ext cx="443522" cy="683661"/>
          </a:xfrm>
          <a:prstGeom prst="rect">
            <a:avLst/>
          </a:prstGeom>
          <a:noFill/>
          <a:extLst>
            <a:ext uri="{909E8E84-426E-40DD-AFC4-6F175D3DCCD1}">
              <a14:hiddenFill xmlns:a14="http://schemas.microsoft.com/office/drawing/2010/main">
                <a:solidFill>
                  <a:srgbClr val="FFFFFF"/>
                </a:solidFill>
              </a14:hiddenFill>
            </a:ext>
          </a:extLst>
        </p:spPr>
      </p:pic>
      <p:cxnSp>
        <p:nvCxnSpPr>
          <p:cNvPr id="129" name="Straight Arrow Connector 128">
            <a:extLst>
              <a:ext uri="{FF2B5EF4-FFF2-40B4-BE49-F238E27FC236}">
                <a16:creationId xmlns:a16="http://schemas.microsoft.com/office/drawing/2014/main" id="{B6CBADCC-DC47-4666-97B5-5FBFD0C2E574}"/>
              </a:ext>
            </a:extLst>
          </p:cNvPr>
          <p:cNvCxnSpPr>
            <a:cxnSpLocks/>
            <a:endCxn id="128" idx="1"/>
          </p:cNvCxnSpPr>
          <p:nvPr/>
        </p:nvCxnSpPr>
        <p:spPr>
          <a:xfrm>
            <a:off x="1256828" y="2726517"/>
            <a:ext cx="1412601" cy="214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48C47FE5-12BC-4671-8D93-69A0B4F62149}"/>
              </a:ext>
            </a:extLst>
          </p:cNvPr>
          <p:cNvCxnSpPr>
            <a:cxnSpLocks/>
            <a:stCxn id="128" idx="3"/>
          </p:cNvCxnSpPr>
          <p:nvPr/>
        </p:nvCxnSpPr>
        <p:spPr>
          <a:xfrm flipV="1">
            <a:off x="3112951" y="2617969"/>
            <a:ext cx="477421" cy="322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2" name="Picture 2" descr="Linux Server Icons PNG - Free PNG and Icons Downloads">
            <a:extLst>
              <a:ext uri="{FF2B5EF4-FFF2-40B4-BE49-F238E27FC236}">
                <a16:creationId xmlns:a16="http://schemas.microsoft.com/office/drawing/2014/main" id="{E1EDDA84-1415-481C-9595-8D8C7DD65EF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37470" y="5756654"/>
            <a:ext cx="443522" cy="683661"/>
          </a:xfrm>
          <a:prstGeom prst="rect">
            <a:avLst/>
          </a:prstGeom>
          <a:noFill/>
          <a:extLst>
            <a:ext uri="{909E8E84-426E-40DD-AFC4-6F175D3DCCD1}">
              <a14:hiddenFill xmlns:a14="http://schemas.microsoft.com/office/drawing/2010/main">
                <a:solidFill>
                  <a:srgbClr val="FFFFFF"/>
                </a:solidFill>
              </a14:hiddenFill>
            </a:ext>
          </a:extLst>
        </p:spPr>
      </p:pic>
      <p:cxnSp>
        <p:nvCxnSpPr>
          <p:cNvPr id="133" name="Straight Arrow Connector 132">
            <a:extLst>
              <a:ext uri="{FF2B5EF4-FFF2-40B4-BE49-F238E27FC236}">
                <a16:creationId xmlns:a16="http://schemas.microsoft.com/office/drawing/2014/main" id="{F99CDD67-86D0-4018-B5C4-B0F4F09A2DDC}"/>
              </a:ext>
            </a:extLst>
          </p:cNvPr>
          <p:cNvCxnSpPr>
            <a:cxnSpLocks/>
            <a:endCxn id="132" idx="1"/>
          </p:cNvCxnSpPr>
          <p:nvPr/>
        </p:nvCxnSpPr>
        <p:spPr>
          <a:xfrm>
            <a:off x="1224869" y="5884061"/>
            <a:ext cx="1412601" cy="214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ECD3C27D-9FA8-4C05-A9FE-9292332138CB}"/>
              </a:ext>
            </a:extLst>
          </p:cNvPr>
          <p:cNvCxnSpPr>
            <a:cxnSpLocks/>
            <a:stCxn id="132" idx="3"/>
          </p:cNvCxnSpPr>
          <p:nvPr/>
        </p:nvCxnSpPr>
        <p:spPr>
          <a:xfrm flipV="1">
            <a:off x="3080992" y="5775513"/>
            <a:ext cx="477421" cy="322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6" name="TextBox 135">
            <a:extLst>
              <a:ext uri="{FF2B5EF4-FFF2-40B4-BE49-F238E27FC236}">
                <a16:creationId xmlns:a16="http://schemas.microsoft.com/office/drawing/2014/main" id="{E7343E75-68F6-4955-A1A0-9A42F8648A32}"/>
              </a:ext>
            </a:extLst>
          </p:cNvPr>
          <p:cNvSpPr txBox="1"/>
          <p:nvPr/>
        </p:nvSpPr>
        <p:spPr>
          <a:xfrm>
            <a:off x="2190051" y="3294702"/>
            <a:ext cx="1339948" cy="276999"/>
          </a:xfrm>
          <a:prstGeom prst="rect">
            <a:avLst/>
          </a:prstGeom>
          <a:solidFill>
            <a:schemeClr val="bg1"/>
          </a:solidFill>
          <a:ln>
            <a:solidFill>
              <a:schemeClr val="tx1"/>
            </a:solidFill>
          </a:ln>
        </p:spPr>
        <p:txBody>
          <a:bodyPr wrap="square" rtlCol="0">
            <a:spAutoFit/>
          </a:bodyPr>
          <a:lstStyle/>
          <a:p>
            <a:r>
              <a:rPr lang="en-US" sz="1200" dirty="0"/>
              <a:t>AWSVPCB Scripts</a:t>
            </a:r>
          </a:p>
        </p:txBody>
      </p:sp>
      <p:sp>
        <p:nvSpPr>
          <p:cNvPr id="137" name="TextBox 136">
            <a:extLst>
              <a:ext uri="{FF2B5EF4-FFF2-40B4-BE49-F238E27FC236}">
                <a16:creationId xmlns:a16="http://schemas.microsoft.com/office/drawing/2014/main" id="{16505BCF-88C3-42F4-BB67-233169C7D110}"/>
              </a:ext>
            </a:extLst>
          </p:cNvPr>
          <p:cNvSpPr txBox="1"/>
          <p:nvPr/>
        </p:nvSpPr>
        <p:spPr>
          <a:xfrm>
            <a:off x="2139830" y="6482432"/>
            <a:ext cx="1339948" cy="276999"/>
          </a:xfrm>
          <a:prstGeom prst="rect">
            <a:avLst/>
          </a:prstGeom>
          <a:solidFill>
            <a:schemeClr val="bg1"/>
          </a:solidFill>
          <a:ln>
            <a:solidFill>
              <a:schemeClr val="tx1"/>
            </a:solidFill>
          </a:ln>
        </p:spPr>
        <p:txBody>
          <a:bodyPr wrap="square" rtlCol="0">
            <a:spAutoFit/>
          </a:bodyPr>
          <a:lstStyle/>
          <a:p>
            <a:r>
              <a:rPr lang="en-US" sz="1200" dirty="0"/>
              <a:t>AWSVPCB Scripts</a:t>
            </a:r>
          </a:p>
        </p:txBody>
      </p:sp>
    </p:spTree>
    <p:extLst>
      <p:ext uri="{BB962C8B-B14F-4D97-AF65-F5344CB8AC3E}">
        <p14:creationId xmlns:p14="http://schemas.microsoft.com/office/powerpoint/2010/main" val="1558688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6" y="0"/>
            <a:ext cx="8596668" cy="783102"/>
          </a:xfrm>
        </p:spPr>
        <p:txBody>
          <a:bodyPr>
            <a:normAutofit/>
          </a:bodyPr>
          <a:lstStyle/>
          <a:p>
            <a:r>
              <a:rPr lang="en-US" dirty="0"/>
              <a:t>AWSVPCB SCRIPTS </a:t>
            </a:r>
          </a:p>
        </p:txBody>
      </p:sp>
      <p:sp>
        <p:nvSpPr>
          <p:cNvPr id="3" name="Content Placeholder 2"/>
          <p:cNvSpPr>
            <a:spLocks noGrp="1"/>
          </p:cNvSpPr>
          <p:nvPr>
            <p:ph idx="1"/>
          </p:nvPr>
        </p:nvSpPr>
        <p:spPr>
          <a:xfrm>
            <a:off x="677336" y="783103"/>
            <a:ext cx="9676486" cy="6074898"/>
          </a:xfrm>
        </p:spPr>
        <p:txBody>
          <a:bodyPr>
            <a:normAutofit fontScale="85000" lnSpcReduction="20000"/>
          </a:bodyPr>
          <a:lstStyle/>
          <a:p>
            <a:r>
              <a:rPr lang="en-US" dirty="0"/>
              <a:t>In this course you will be provided with several scripts to manage your VPC</a:t>
            </a:r>
          </a:p>
          <a:p>
            <a:r>
              <a:rPr lang="en-US" dirty="0"/>
              <a:t>3 one-time scripts as follows, 1 recovery script and 1 diagnostics:</a:t>
            </a:r>
          </a:p>
          <a:p>
            <a:pPr lvl="1">
              <a:buFont typeface="Wingdings" panose="05000000000000000000" pitchFamily="2" charset="2"/>
              <a:buChar char="q"/>
            </a:pPr>
            <a:r>
              <a:rPr lang="en-US" u="sng" dirty="0"/>
              <a:t>AWSVPCB.CONFIGURE</a:t>
            </a:r>
            <a:r>
              <a:rPr lang="en-US" dirty="0"/>
              <a:t> – Only needed at start of course, but can be run again without issue; Student may be asked to select their professor &amp; course, if </a:t>
            </a:r>
            <a:r>
              <a:rPr lang="en-US" dirty="0" err="1"/>
              <a:t>vpcb</a:t>
            </a:r>
            <a:r>
              <a:rPr lang="en-US" dirty="0"/>
              <a:t>-config is defined in this way</a:t>
            </a:r>
            <a:endParaRPr lang="en-US" u="sng" dirty="0"/>
          </a:p>
          <a:p>
            <a:pPr lvl="1">
              <a:buFont typeface="Wingdings" panose="05000000000000000000" pitchFamily="2" charset="2"/>
              <a:buChar char="q"/>
            </a:pPr>
            <a:r>
              <a:rPr lang="en-US" u="sng" dirty="0"/>
              <a:t>AWSVPCB.VPC.CREATE </a:t>
            </a:r>
            <a:r>
              <a:rPr lang="en-US" dirty="0"/>
              <a:t>– This script runs VPC.REGISTER</a:t>
            </a:r>
            <a:r>
              <a:rPr lang="en-US"/>
              <a:t>, creates </a:t>
            </a:r>
            <a:r>
              <a:rPr lang="en-US" dirty="0"/>
              <a:t>your VPC, Internet Gateway, route tables, subnets, security groups, S3 buckets, NAT instance, BASTION server, etc. and registers all AWS unique IDs </a:t>
            </a:r>
          </a:p>
          <a:p>
            <a:pPr lvl="2">
              <a:buFont typeface="Wingdings" panose="05000000000000000000" pitchFamily="2" charset="2"/>
              <a:buChar char="Ø"/>
            </a:pPr>
            <a:r>
              <a:rPr lang="en-US" dirty="0"/>
              <a:t>You should only need to run this script once.  If you need to start from scratch, you need to run AWSVPCB.VPC.DESTROY before re-running this.</a:t>
            </a:r>
          </a:p>
          <a:p>
            <a:pPr lvl="1">
              <a:buFont typeface="Wingdings" panose="05000000000000000000" pitchFamily="2" charset="2"/>
              <a:buChar char="q"/>
            </a:pPr>
            <a:r>
              <a:rPr lang="en-US" u="sng" dirty="0"/>
              <a:t>AWSVPCB.VPC.DESTROY </a:t>
            </a:r>
            <a:r>
              <a:rPr lang="en-US" dirty="0"/>
              <a:t>– May never be needed – runs VPC.REGISTER to ensure AWS is in synch with the AWSVPCB registry and then destroys your VPC and everything in it</a:t>
            </a:r>
          </a:p>
          <a:p>
            <a:pPr lvl="1">
              <a:buFont typeface="Wingdings" panose="05000000000000000000" pitchFamily="2" charset="2"/>
              <a:buChar char="q"/>
            </a:pPr>
            <a:r>
              <a:rPr lang="en-US" u="sng" dirty="0"/>
              <a:t>AWSVPCB.VPC.REGISTER </a:t>
            </a:r>
            <a:r>
              <a:rPr lang="en-US" dirty="0"/>
              <a:t>– May never be needed. It will find your AWS-VPCB VPC in AWS and register all its components for the other scripts to be able to work as expected – run automatically by VPC.CREATE &amp; VPC.DESTROY</a:t>
            </a:r>
          </a:p>
          <a:p>
            <a:pPr lvl="1">
              <a:buFont typeface="Wingdings" panose="05000000000000000000" pitchFamily="2" charset="2"/>
              <a:buChar char="q"/>
            </a:pPr>
            <a:r>
              <a:rPr lang="en-US" u="sng" dirty="0"/>
              <a:t>AWSVPCB.DIAGLOG </a:t>
            </a:r>
            <a:r>
              <a:rPr lang="en-US" dirty="0"/>
              <a:t>– May never be needed. It will upload your environment to an S3 bucket for professor review in case of an issue </a:t>
            </a:r>
          </a:p>
          <a:p>
            <a:r>
              <a:rPr lang="en-US" dirty="0"/>
              <a:t>4 multi-use assignment scripts as follows:</a:t>
            </a:r>
          </a:p>
          <a:p>
            <a:pPr lvl="1">
              <a:buFont typeface="Wingdings" panose="05000000000000000000" pitchFamily="2" charset="2"/>
              <a:buChar char="q"/>
            </a:pPr>
            <a:r>
              <a:rPr lang="en-US" u="sng" dirty="0"/>
              <a:t>AWSVPCB.ASSIGNMENT.CREATE </a:t>
            </a:r>
            <a:r>
              <a:rPr lang="en-US" i="1" u="sng" dirty="0"/>
              <a:t>#</a:t>
            </a:r>
            <a:r>
              <a:rPr lang="en-US" dirty="0"/>
              <a:t> – Destroys existing instances and ELB targets if any exist, then Adjusts VPC settings, Creates assignment instances and ELB (if applicable) based on number passed in as parameter; </a:t>
            </a:r>
            <a:r>
              <a:rPr lang="en-US" b="1" dirty="0"/>
              <a:t>Destroys any existing work you’ve done on assignment.</a:t>
            </a:r>
          </a:p>
          <a:p>
            <a:pPr lvl="1">
              <a:buFont typeface="Wingdings" panose="05000000000000000000" pitchFamily="2" charset="2"/>
              <a:buChar char="q"/>
            </a:pPr>
            <a:r>
              <a:rPr lang="en-US" u="sng" dirty="0"/>
              <a:t>AWSVPCB.ASSIGNMENT.START</a:t>
            </a:r>
            <a:r>
              <a:rPr lang="en-US" dirty="0"/>
              <a:t> – Starts instances, Creates Route 53 Private zone and resource records; Can run multiple times without destroying work.</a:t>
            </a:r>
          </a:p>
          <a:p>
            <a:pPr lvl="1">
              <a:buFont typeface="Wingdings" panose="05000000000000000000" pitchFamily="2" charset="2"/>
              <a:buChar char="q"/>
            </a:pPr>
            <a:r>
              <a:rPr lang="en-US" u="sng" dirty="0"/>
              <a:t>AWSVPCB.ASSIGNMENT.STOP</a:t>
            </a:r>
            <a:r>
              <a:rPr lang="en-US" dirty="0"/>
              <a:t> – Stops instances, Deletes Route 53 Private zone; Can run multiple times without destroying work.</a:t>
            </a:r>
          </a:p>
          <a:p>
            <a:pPr lvl="1">
              <a:buFont typeface="Wingdings" panose="05000000000000000000" pitchFamily="2" charset="2"/>
              <a:buChar char="q"/>
            </a:pPr>
            <a:r>
              <a:rPr lang="en-US" u="sng" dirty="0"/>
              <a:t>AWSVPCB.ASSIGNMENT.DESTROY</a:t>
            </a:r>
            <a:r>
              <a:rPr lang="en-US" dirty="0"/>
              <a:t> – May never be needed - Destroys existing ELB and instances</a:t>
            </a:r>
          </a:p>
          <a:p>
            <a:pPr lvl="2">
              <a:buFont typeface="Wingdings" panose="05000000000000000000" pitchFamily="2" charset="2"/>
              <a:buChar char="Ø"/>
            </a:pPr>
            <a:r>
              <a:rPr lang="en-US" dirty="0"/>
              <a:t>Called by AWSVPCB.ASSIGNMENT.CREATE; </a:t>
            </a:r>
            <a:r>
              <a:rPr lang="en-US" b="1" dirty="0"/>
              <a:t>Destroys all the work you’ve done on assignment.</a:t>
            </a:r>
          </a:p>
        </p:txBody>
      </p:sp>
    </p:spTree>
    <p:extLst>
      <p:ext uri="{BB962C8B-B14F-4D97-AF65-F5344CB8AC3E}">
        <p14:creationId xmlns:p14="http://schemas.microsoft.com/office/powerpoint/2010/main" val="1677408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3840"/>
            <a:ext cx="8596668" cy="783102"/>
          </a:xfrm>
        </p:spPr>
        <p:txBody>
          <a:bodyPr>
            <a:normAutofit/>
          </a:bodyPr>
          <a:lstStyle/>
          <a:p>
            <a:r>
              <a:rPr lang="en-US" dirty="0"/>
              <a:t>AWSVPCB Automation &amp; Credits</a:t>
            </a:r>
          </a:p>
        </p:txBody>
      </p:sp>
      <p:sp>
        <p:nvSpPr>
          <p:cNvPr id="3" name="Content Placeholder 2"/>
          <p:cNvSpPr>
            <a:spLocks noGrp="1"/>
          </p:cNvSpPr>
          <p:nvPr>
            <p:ph idx="1"/>
          </p:nvPr>
        </p:nvSpPr>
        <p:spPr>
          <a:xfrm>
            <a:off x="677336" y="1041011"/>
            <a:ext cx="9381064" cy="5704449"/>
          </a:xfrm>
        </p:spPr>
        <p:txBody>
          <a:bodyPr>
            <a:normAutofit fontScale="92500" lnSpcReduction="10000"/>
          </a:bodyPr>
          <a:lstStyle/>
          <a:p>
            <a:pPr marL="0" indent="0">
              <a:buNone/>
            </a:pPr>
            <a:r>
              <a:rPr lang="en-US" b="1" dirty="0"/>
              <a:t>Credit Usage Implications of Scripts: </a:t>
            </a:r>
            <a:r>
              <a:rPr lang="en-US" dirty="0"/>
              <a:t>The below assumes you are using the AWS Academy Learner Lab.</a:t>
            </a:r>
          </a:p>
          <a:p>
            <a:r>
              <a:rPr lang="en-US" u="sng" dirty="0"/>
              <a:t>AWSVPCB.VPC.CREATE </a:t>
            </a:r>
            <a:r>
              <a:rPr lang="en-US" dirty="0"/>
              <a:t> - Instances started when first run, but once assignment is stopped, this represents no charges.</a:t>
            </a:r>
          </a:p>
          <a:p>
            <a:r>
              <a:rPr lang="en-US" u="sng" dirty="0"/>
              <a:t>AWSVPCB.ASSIGNMENT.CREATE</a:t>
            </a:r>
            <a:r>
              <a:rPr lang="en-US" dirty="0"/>
              <a:t> – Instances started when first run, but once assignment is stopped, this accounts for charges only in later assignments that use the ELB - a few cents will begin to be billed to your account on a daily basis.</a:t>
            </a:r>
          </a:p>
          <a:p>
            <a:r>
              <a:rPr lang="en-US" u="sng" dirty="0"/>
              <a:t>AWSVPCB.ASSIGNMENT.START</a:t>
            </a:r>
            <a:r>
              <a:rPr lang="en-US" dirty="0"/>
              <a:t> - You will not be able to use your services until you run this script. After you run this script, you will begin to draw down on your credits at a much steeper rate (several dollars per day).  The course is designed to allow you hundreds of hours of time, but not 24x7 time for days.  </a:t>
            </a:r>
            <a:r>
              <a:rPr lang="en-US" b="1" dirty="0"/>
              <a:t>If you do not run the </a:t>
            </a:r>
            <a:r>
              <a:rPr lang="en-US" b="1" u="sng" dirty="0"/>
              <a:t>AWSVPCB.ASSIGNMENT.STOP</a:t>
            </a:r>
            <a:r>
              <a:rPr lang="en-US" b="1" dirty="0"/>
              <a:t> script, whenever you are done working on your assignment, you will run out of credits. Ending the AWS Academy Lab alone does not stop all services!</a:t>
            </a:r>
          </a:p>
          <a:p>
            <a:r>
              <a:rPr lang="en-US" u="sng" dirty="0">
                <a:solidFill>
                  <a:prstClr val="black">
                    <a:lumMod val="75000"/>
                    <a:lumOff val="25000"/>
                  </a:prstClr>
                </a:solidFill>
              </a:rPr>
              <a:t>AWSVPCB.ASSIGNMENT.STOP</a:t>
            </a:r>
            <a:r>
              <a:rPr lang="en-US" dirty="0">
                <a:solidFill>
                  <a:prstClr val="black">
                    <a:lumMod val="75000"/>
                    <a:lumOff val="25000"/>
                  </a:prstClr>
                </a:solidFill>
              </a:rPr>
              <a:t> - </a:t>
            </a:r>
            <a:r>
              <a:rPr lang="en-US" dirty="0"/>
              <a:t>will stop the necessary services so that you are no longer using a heavy number of credits while saving all of your changes. While your changes are saved, you will not be able to work until you perform an ASSIGNMENT.START again.</a:t>
            </a:r>
          </a:p>
          <a:p>
            <a:r>
              <a:rPr lang="en-US" u="sng" dirty="0"/>
              <a:t>AWSVPCB.VPC.DESTROY</a:t>
            </a:r>
            <a:r>
              <a:rPr lang="en-US" dirty="0"/>
              <a:t> - If you find that you need to destroy your VPC for a while to save on credits by running this script, that is fine, but please note that you will lose any customizations made to your Bastion server.</a:t>
            </a:r>
          </a:p>
        </p:txBody>
      </p:sp>
    </p:spTree>
    <p:extLst>
      <p:ext uri="{BB962C8B-B14F-4D97-AF65-F5344CB8AC3E}">
        <p14:creationId xmlns:p14="http://schemas.microsoft.com/office/powerpoint/2010/main" val="2051527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916" y="113196"/>
            <a:ext cx="9774961" cy="783101"/>
          </a:xfrm>
        </p:spPr>
        <p:txBody>
          <a:bodyPr>
            <a:normAutofit/>
          </a:bodyPr>
          <a:lstStyle/>
          <a:p>
            <a:r>
              <a:rPr lang="en-US" sz="3200" dirty="0" err="1"/>
              <a:t>Clouducate</a:t>
            </a:r>
            <a:r>
              <a:rPr lang="en-US" sz="3200" dirty="0"/>
              <a:t> Components &amp; Interdependencies</a:t>
            </a:r>
          </a:p>
        </p:txBody>
      </p:sp>
      <p:sp>
        <p:nvSpPr>
          <p:cNvPr id="9" name="Content Placeholder 2">
            <a:extLst>
              <a:ext uri="{FF2B5EF4-FFF2-40B4-BE49-F238E27FC236}">
                <a16:creationId xmlns:a16="http://schemas.microsoft.com/office/drawing/2014/main" id="{C3165D6F-5F1D-44FB-A3E2-E4760250C566}"/>
              </a:ext>
            </a:extLst>
          </p:cNvPr>
          <p:cNvSpPr>
            <a:spLocks noGrp="1"/>
          </p:cNvSpPr>
          <p:nvPr>
            <p:ph idx="1"/>
          </p:nvPr>
        </p:nvSpPr>
        <p:spPr>
          <a:xfrm>
            <a:off x="74392" y="1010619"/>
            <a:ext cx="5796921" cy="4588871"/>
          </a:xfrm>
          <a:solidFill>
            <a:schemeClr val="bg1"/>
          </a:solidFill>
          <a:ln>
            <a:solidFill>
              <a:schemeClr val="tx1"/>
            </a:solidFill>
          </a:ln>
        </p:spPr>
        <p:txBody>
          <a:bodyPr>
            <a:normAutofit fontScale="92500" lnSpcReduction="10000"/>
          </a:bodyPr>
          <a:lstStyle/>
          <a:p>
            <a:pPr marL="0" indent="0" algn="ctr">
              <a:buNone/>
            </a:pPr>
            <a:r>
              <a:rPr lang="en-US" b="1" dirty="0"/>
              <a:t>AWS Virtual Private Cloud Builder </a:t>
            </a:r>
          </a:p>
          <a:p>
            <a:pPr marL="0" indent="0" algn="ctr">
              <a:buNone/>
            </a:pPr>
            <a:r>
              <a:rPr lang="en-US" b="1" dirty="0"/>
              <a:t>(AWSVPCB)</a:t>
            </a:r>
          </a:p>
          <a:p>
            <a:pPr>
              <a:buFont typeface="Wingdings" panose="05000000000000000000" pitchFamily="2" charset="2"/>
              <a:buChar char="Ø"/>
            </a:pPr>
            <a:r>
              <a:rPr lang="en-US" dirty="0"/>
              <a:t>Collection of BASH shell scripts that take as input json files as definitions for a VPC and assignments.  Capabilities include:</a:t>
            </a:r>
          </a:p>
          <a:p>
            <a:pPr lvl="1">
              <a:buFont typeface="Wingdings" panose="05000000000000000000" pitchFamily="2" charset="2"/>
              <a:buChar char="q"/>
            </a:pPr>
            <a:r>
              <a:rPr lang="en-US" dirty="0"/>
              <a:t>Creation of subnets</a:t>
            </a:r>
          </a:p>
          <a:p>
            <a:pPr lvl="1">
              <a:buFont typeface="Wingdings" panose="05000000000000000000" pitchFamily="2" charset="2"/>
              <a:buChar char="q"/>
            </a:pPr>
            <a:r>
              <a:rPr lang="en-US" dirty="0"/>
              <a:t>Creation of security groups with associated rules</a:t>
            </a:r>
          </a:p>
          <a:p>
            <a:pPr lvl="1">
              <a:buFont typeface="Wingdings" panose="05000000000000000000" pitchFamily="2" charset="2"/>
              <a:buChar char="q"/>
            </a:pPr>
            <a:r>
              <a:rPr lang="en-US" dirty="0"/>
              <a:t>Creation of instances</a:t>
            </a:r>
          </a:p>
          <a:p>
            <a:pPr lvl="1">
              <a:buFont typeface="Wingdings" panose="05000000000000000000" pitchFamily="2" charset="2"/>
              <a:buChar char="q"/>
            </a:pPr>
            <a:r>
              <a:rPr lang="en-US" dirty="0"/>
              <a:t>Creation of Load Balancers with associated definitions (e.g. targets, health checks, etc.)</a:t>
            </a:r>
          </a:p>
          <a:p>
            <a:pPr lvl="1">
              <a:buFont typeface="Wingdings" panose="05000000000000000000" pitchFamily="2" charset="2"/>
              <a:buChar char="q"/>
            </a:pPr>
            <a:r>
              <a:rPr lang="en-US" dirty="0"/>
              <a:t>Creation of DNS zone with associated DNS entries</a:t>
            </a:r>
          </a:p>
          <a:p>
            <a:pPr lvl="1">
              <a:buFont typeface="Wingdings" panose="05000000000000000000" pitchFamily="2" charset="2"/>
              <a:buChar char="q"/>
            </a:pPr>
            <a:r>
              <a:rPr lang="en-US" dirty="0"/>
              <a:t>Creation of NAT instance for Internet access</a:t>
            </a:r>
          </a:p>
          <a:p>
            <a:pPr lvl="1">
              <a:buFont typeface="Wingdings" panose="05000000000000000000" pitchFamily="2" charset="2"/>
              <a:buChar char="q"/>
            </a:pPr>
            <a:r>
              <a:rPr lang="en-US" dirty="0"/>
              <a:t>Creation of Client VPN Endpoint for private access over the Internet</a:t>
            </a:r>
          </a:p>
          <a:p>
            <a:pPr lvl="1">
              <a:buFont typeface="Wingdings" panose="05000000000000000000" pitchFamily="2" charset="2"/>
              <a:buChar char="q"/>
            </a:pPr>
            <a:r>
              <a:rPr lang="en-US" dirty="0" err="1"/>
              <a:t>Userdata</a:t>
            </a:r>
            <a:r>
              <a:rPr lang="en-US" dirty="0"/>
              <a:t> files with instance startup scripts</a:t>
            </a:r>
          </a:p>
        </p:txBody>
      </p:sp>
      <p:sp>
        <p:nvSpPr>
          <p:cNvPr id="10" name="Content Placeholder 2">
            <a:extLst>
              <a:ext uri="{FF2B5EF4-FFF2-40B4-BE49-F238E27FC236}">
                <a16:creationId xmlns:a16="http://schemas.microsoft.com/office/drawing/2014/main" id="{F10A640E-5575-459C-9E31-002F54431022}"/>
              </a:ext>
            </a:extLst>
          </p:cNvPr>
          <p:cNvSpPr txBox="1">
            <a:spLocks/>
          </p:cNvSpPr>
          <p:nvPr/>
        </p:nvSpPr>
        <p:spPr>
          <a:xfrm>
            <a:off x="9182136" y="1010618"/>
            <a:ext cx="2913735" cy="4208495"/>
          </a:xfrm>
          <a:prstGeom prst="rect">
            <a:avLst/>
          </a:prstGeom>
          <a:solidFill>
            <a:schemeClr val="bg1"/>
          </a:solidFill>
          <a:ln>
            <a:solidFill>
              <a:schemeClr val="tx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b="1" dirty="0"/>
              <a:t>Havoc Circus (HC) Images</a:t>
            </a:r>
          </a:p>
          <a:p>
            <a:pPr>
              <a:buFont typeface="Wingdings" panose="05000000000000000000" pitchFamily="2" charset="2"/>
              <a:buChar char="Ø"/>
            </a:pPr>
            <a:r>
              <a:rPr lang="en-US" dirty="0"/>
              <a:t>Custom AMIs with pre-built Linux &amp; Windows web applications</a:t>
            </a:r>
          </a:p>
          <a:p>
            <a:pPr>
              <a:buFont typeface="Wingdings" panose="05000000000000000000" pitchFamily="2" charset="2"/>
              <a:buChar char="Ø"/>
            </a:pPr>
            <a:r>
              <a:rPr lang="en-US" dirty="0"/>
              <a:t>Domain names defined in web configuration files to access DB and define domain in web servers</a:t>
            </a:r>
          </a:p>
          <a:p>
            <a:pPr>
              <a:buFont typeface="Wingdings" panose="05000000000000000000" pitchFamily="2" charset="2"/>
              <a:buChar char="Ø"/>
            </a:pPr>
            <a:r>
              <a:rPr lang="en-US" dirty="0"/>
              <a:t>Hardcoded admin and database passwords</a:t>
            </a:r>
          </a:p>
        </p:txBody>
      </p:sp>
      <p:sp>
        <p:nvSpPr>
          <p:cNvPr id="11" name="Content Placeholder 2">
            <a:extLst>
              <a:ext uri="{FF2B5EF4-FFF2-40B4-BE49-F238E27FC236}">
                <a16:creationId xmlns:a16="http://schemas.microsoft.com/office/drawing/2014/main" id="{4D142101-673F-41BD-8B10-27949EF469C8}"/>
              </a:ext>
            </a:extLst>
          </p:cNvPr>
          <p:cNvSpPr txBox="1">
            <a:spLocks/>
          </p:cNvSpPr>
          <p:nvPr/>
        </p:nvSpPr>
        <p:spPr>
          <a:xfrm>
            <a:off x="6441564" y="1010619"/>
            <a:ext cx="2140948" cy="525104"/>
          </a:xfrm>
          <a:prstGeom prst="rect">
            <a:avLst/>
          </a:prstGeom>
          <a:solidFill>
            <a:schemeClr val="bg1"/>
          </a:solidFill>
          <a:ln>
            <a:solidFill>
              <a:schemeClr val="tx1"/>
            </a:solidFill>
          </a:ln>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Domain Name Parameter</a:t>
            </a:r>
          </a:p>
          <a:p>
            <a:pPr marL="0" indent="0" algn="ctr">
              <a:lnSpc>
                <a:spcPct val="120000"/>
              </a:lnSpc>
              <a:spcBef>
                <a:spcPts val="0"/>
              </a:spcBef>
              <a:buFont typeface="Wingdings 3" charset="2"/>
              <a:buNone/>
            </a:pPr>
            <a:r>
              <a:rPr lang="en-US" sz="1600" dirty="0"/>
              <a:t>must match</a:t>
            </a:r>
          </a:p>
        </p:txBody>
      </p:sp>
      <p:cxnSp>
        <p:nvCxnSpPr>
          <p:cNvPr id="12" name="Straight Arrow Connector 11">
            <a:extLst>
              <a:ext uri="{FF2B5EF4-FFF2-40B4-BE49-F238E27FC236}">
                <a16:creationId xmlns:a16="http://schemas.microsoft.com/office/drawing/2014/main" id="{DCE3FB1D-A91B-4DF3-98D3-762927AAAF86}"/>
              </a:ext>
            </a:extLst>
          </p:cNvPr>
          <p:cNvCxnSpPr>
            <a:cxnSpLocks/>
            <a:stCxn id="11" idx="3"/>
          </p:cNvCxnSpPr>
          <p:nvPr/>
        </p:nvCxnSpPr>
        <p:spPr>
          <a:xfrm>
            <a:off x="8582512" y="1273171"/>
            <a:ext cx="554348"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FE38CB8-0B86-40DC-B84A-395871D09770}"/>
              </a:ext>
            </a:extLst>
          </p:cNvPr>
          <p:cNvCxnSpPr>
            <a:cxnSpLocks/>
            <a:stCxn id="11" idx="1"/>
          </p:cNvCxnSpPr>
          <p:nvPr/>
        </p:nvCxnSpPr>
        <p:spPr>
          <a:xfrm flipH="1">
            <a:off x="5887217" y="1273171"/>
            <a:ext cx="554347"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0A9553A2-22FF-4033-B447-775B42BD8AE4}"/>
              </a:ext>
            </a:extLst>
          </p:cNvPr>
          <p:cNvSpPr txBox="1">
            <a:spLocks/>
          </p:cNvSpPr>
          <p:nvPr/>
        </p:nvSpPr>
        <p:spPr>
          <a:xfrm>
            <a:off x="6441564" y="2003681"/>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HC AMI (images)</a:t>
            </a:r>
          </a:p>
          <a:p>
            <a:pPr marL="0" indent="0" algn="ctr">
              <a:lnSpc>
                <a:spcPct val="120000"/>
              </a:lnSpc>
              <a:spcBef>
                <a:spcPts val="0"/>
              </a:spcBef>
              <a:buFont typeface="Wingdings 3" charset="2"/>
              <a:buNone/>
            </a:pPr>
            <a:r>
              <a:rPr lang="en-US" sz="1600" dirty="0"/>
              <a:t>In AWSVPCB json</a:t>
            </a:r>
          </a:p>
        </p:txBody>
      </p:sp>
      <p:cxnSp>
        <p:nvCxnSpPr>
          <p:cNvPr id="20" name="Straight Arrow Connector 19">
            <a:extLst>
              <a:ext uri="{FF2B5EF4-FFF2-40B4-BE49-F238E27FC236}">
                <a16:creationId xmlns:a16="http://schemas.microsoft.com/office/drawing/2014/main" id="{8559E062-36CE-4A6A-AF89-30BDF3F9179F}"/>
              </a:ext>
            </a:extLst>
          </p:cNvPr>
          <p:cNvCxnSpPr>
            <a:cxnSpLocks/>
            <a:stCxn id="19" idx="1"/>
          </p:cNvCxnSpPr>
          <p:nvPr/>
        </p:nvCxnSpPr>
        <p:spPr>
          <a:xfrm flipH="1">
            <a:off x="5887218" y="2266233"/>
            <a:ext cx="554346"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C24987E-9A44-4592-A8A7-D1F6DA791BCB}"/>
              </a:ext>
            </a:extLst>
          </p:cNvPr>
          <p:cNvCxnSpPr>
            <a:cxnSpLocks/>
            <a:endCxn id="19" idx="3"/>
          </p:cNvCxnSpPr>
          <p:nvPr/>
        </p:nvCxnSpPr>
        <p:spPr>
          <a:xfrm flipH="1" flipV="1">
            <a:off x="8582512" y="2266233"/>
            <a:ext cx="547818" cy="46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4" name="Content Placeholder 2">
            <a:extLst>
              <a:ext uri="{FF2B5EF4-FFF2-40B4-BE49-F238E27FC236}">
                <a16:creationId xmlns:a16="http://schemas.microsoft.com/office/drawing/2014/main" id="{4282C7A9-7730-4F87-A0E7-A16D2BC4C4AB}"/>
              </a:ext>
            </a:extLst>
          </p:cNvPr>
          <p:cNvSpPr txBox="1">
            <a:spLocks/>
          </p:cNvSpPr>
          <p:nvPr/>
        </p:nvSpPr>
        <p:spPr>
          <a:xfrm>
            <a:off x="0" y="6258193"/>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CA &amp; Domain Certs</a:t>
            </a:r>
          </a:p>
          <a:p>
            <a:pPr marL="0" indent="0" algn="ctr">
              <a:lnSpc>
                <a:spcPct val="120000"/>
              </a:lnSpc>
              <a:spcBef>
                <a:spcPts val="0"/>
              </a:spcBef>
              <a:buFont typeface="Wingdings 3" charset="2"/>
              <a:buNone/>
            </a:pPr>
            <a:r>
              <a:rPr lang="en-US" sz="1600" dirty="0"/>
              <a:t>In AWSVPCB Directory</a:t>
            </a:r>
          </a:p>
        </p:txBody>
      </p:sp>
      <p:cxnSp>
        <p:nvCxnSpPr>
          <p:cNvPr id="35" name="Straight Arrow Connector 34">
            <a:extLst>
              <a:ext uri="{FF2B5EF4-FFF2-40B4-BE49-F238E27FC236}">
                <a16:creationId xmlns:a16="http://schemas.microsoft.com/office/drawing/2014/main" id="{07FE7583-9CBF-4CD0-B8F0-9A273B126CD8}"/>
              </a:ext>
            </a:extLst>
          </p:cNvPr>
          <p:cNvCxnSpPr>
            <a:cxnSpLocks/>
            <a:stCxn id="34" idx="0"/>
          </p:cNvCxnSpPr>
          <p:nvPr/>
        </p:nvCxnSpPr>
        <p:spPr>
          <a:xfrm flipV="1">
            <a:off x="1070474" y="5629926"/>
            <a:ext cx="0" cy="628267"/>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9" name="Content Placeholder 2">
            <a:extLst>
              <a:ext uri="{FF2B5EF4-FFF2-40B4-BE49-F238E27FC236}">
                <a16:creationId xmlns:a16="http://schemas.microsoft.com/office/drawing/2014/main" id="{0B992D07-916B-46B0-AF11-0E4449707BF8}"/>
              </a:ext>
            </a:extLst>
          </p:cNvPr>
          <p:cNvSpPr txBox="1">
            <a:spLocks/>
          </p:cNvSpPr>
          <p:nvPr/>
        </p:nvSpPr>
        <p:spPr>
          <a:xfrm>
            <a:off x="6425662" y="2951155"/>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Instance &amp; DB PWDs</a:t>
            </a:r>
          </a:p>
          <a:p>
            <a:pPr marL="0" indent="0" algn="ctr">
              <a:lnSpc>
                <a:spcPct val="120000"/>
              </a:lnSpc>
              <a:spcBef>
                <a:spcPts val="0"/>
              </a:spcBef>
              <a:buFont typeface="Wingdings 3" charset="2"/>
              <a:buNone/>
            </a:pPr>
            <a:r>
              <a:rPr lang="en-US" sz="1600" dirty="0"/>
              <a:t>In AWSVPCB Directory</a:t>
            </a:r>
          </a:p>
        </p:txBody>
      </p:sp>
      <p:cxnSp>
        <p:nvCxnSpPr>
          <p:cNvPr id="40" name="Straight Arrow Connector 39">
            <a:extLst>
              <a:ext uri="{FF2B5EF4-FFF2-40B4-BE49-F238E27FC236}">
                <a16:creationId xmlns:a16="http://schemas.microsoft.com/office/drawing/2014/main" id="{195BB14C-75BA-4EE7-9BF4-F91538311D68}"/>
              </a:ext>
            </a:extLst>
          </p:cNvPr>
          <p:cNvCxnSpPr>
            <a:cxnSpLocks/>
          </p:cNvCxnSpPr>
          <p:nvPr/>
        </p:nvCxnSpPr>
        <p:spPr>
          <a:xfrm flipH="1" flipV="1">
            <a:off x="8557237" y="3206649"/>
            <a:ext cx="547818" cy="46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5A4DBC9-0663-4CD5-893D-CBD51F086A8C}"/>
              </a:ext>
            </a:extLst>
          </p:cNvPr>
          <p:cNvCxnSpPr>
            <a:cxnSpLocks/>
          </p:cNvCxnSpPr>
          <p:nvPr/>
        </p:nvCxnSpPr>
        <p:spPr>
          <a:xfrm flipH="1" flipV="1">
            <a:off x="5898432" y="3175096"/>
            <a:ext cx="547818" cy="46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2" name="Content Placeholder 2">
            <a:extLst>
              <a:ext uri="{FF2B5EF4-FFF2-40B4-BE49-F238E27FC236}">
                <a16:creationId xmlns:a16="http://schemas.microsoft.com/office/drawing/2014/main" id="{CCFECEC9-8BED-4BB7-ABF5-D311ED0004B9}"/>
              </a:ext>
            </a:extLst>
          </p:cNvPr>
          <p:cNvSpPr txBox="1">
            <a:spLocks/>
          </p:cNvSpPr>
          <p:nvPr/>
        </p:nvSpPr>
        <p:spPr>
          <a:xfrm>
            <a:off x="2351329" y="6258193"/>
            <a:ext cx="2140948" cy="525104"/>
          </a:xfrm>
          <a:prstGeom prst="rect">
            <a:avLst/>
          </a:prstGeom>
          <a:solidFill>
            <a:schemeClr val="bg1"/>
          </a:solidFill>
          <a:ln>
            <a:solidFill>
              <a:schemeClr val="tx1"/>
            </a:solidFill>
          </a:ln>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VPC &amp; Assignment json</a:t>
            </a:r>
          </a:p>
          <a:p>
            <a:pPr marL="0" indent="0" algn="ctr">
              <a:lnSpc>
                <a:spcPct val="120000"/>
              </a:lnSpc>
              <a:spcBef>
                <a:spcPts val="0"/>
              </a:spcBef>
              <a:buFont typeface="Wingdings 3" charset="2"/>
              <a:buNone/>
            </a:pPr>
            <a:r>
              <a:rPr lang="en-US" sz="1600" dirty="0"/>
              <a:t>In AWSVPCB Dir or S3 Bucket</a:t>
            </a:r>
          </a:p>
        </p:txBody>
      </p:sp>
      <p:cxnSp>
        <p:nvCxnSpPr>
          <p:cNvPr id="44" name="Straight Arrow Connector 43">
            <a:extLst>
              <a:ext uri="{FF2B5EF4-FFF2-40B4-BE49-F238E27FC236}">
                <a16:creationId xmlns:a16="http://schemas.microsoft.com/office/drawing/2014/main" id="{90198158-430B-464E-A2B9-49C1B51144DA}"/>
              </a:ext>
            </a:extLst>
          </p:cNvPr>
          <p:cNvCxnSpPr>
            <a:cxnSpLocks/>
          </p:cNvCxnSpPr>
          <p:nvPr/>
        </p:nvCxnSpPr>
        <p:spPr>
          <a:xfrm flipV="1">
            <a:off x="3406720" y="5629926"/>
            <a:ext cx="0" cy="628267"/>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6" name="Content Placeholder 2">
            <a:extLst>
              <a:ext uri="{FF2B5EF4-FFF2-40B4-BE49-F238E27FC236}">
                <a16:creationId xmlns:a16="http://schemas.microsoft.com/office/drawing/2014/main" id="{AF52E3B2-9DE4-4B1F-8134-7A9D08F251DE}"/>
              </a:ext>
            </a:extLst>
          </p:cNvPr>
          <p:cNvSpPr txBox="1">
            <a:spLocks/>
          </p:cNvSpPr>
          <p:nvPr/>
        </p:nvSpPr>
        <p:spPr>
          <a:xfrm>
            <a:off x="4897487" y="5954676"/>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Logs &amp; </a:t>
            </a:r>
            <a:r>
              <a:rPr lang="en-US" sz="1600" b="1" u="sng" dirty="0" err="1"/>
              <a:t>Diag</a:t>
            </a:r>
            <a:r>
              <a:rPr lang="en-US" sz="1600" b="1" u="sng" dirty="0"/>
              <a:t> Info</a:t>
            </a:r>
          </a:p>
          <a:p>
            <a:pPr marL="0" indent="0" algn="ctr">
              <a:lnSpc>
                <a:spcPct val="120000"/>
              </a:lnSpc>
              <a:spcBef>
                <a:spcPts val="0"/>
              </a:spcBef>
              <a:buFont typeface="Wingdings 3" charset="2"/>
              <a:buNone/>
            </a:pPr>
            <a:r>
              <a:rPr lang="en-US" sz="1600" dirty="0"/>
              <a:t>To professor S3 Bucket</a:t>
            </a:r>
          </a:p>
        </p:txBody>
      </p:sp>
      <p:cxnSp>
        <p:nvCxnSpPr>
          <p:cNvPr id="47" name="Straight Arrow Connector 46">
            <a:extLst>
              <a:ext uri="{FF2B5EF4-FFF2-40B4-BE49-F238E27FC236}">
                <a16:creationId xmlns:a16="http://schemas.microsoft.com/office/drawing/2014/main" id="{9F1C2E26-19D6-4F94-BBF7-B37EA146B994}"/>
              </a:ext>
            </a:extLst>
          </p:cNvPr>
          <p:cNvCxnSpPr>
            <a:cxnSpLocks/>
          </p:cNvCxnSpPr>
          <p:nvPr/>
        </p:nvCxnSpPr>
        <p:spPr>
          <a:xfrm>
            <a:off x="4628265" y="5604090"/>
            <a:ext cx="407969" cy="33996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180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0027" y="-10511"/>
            <a:ext cx="6282210" cy="652847"/>
          </a:xfrm>
          <a:solidFill>
            <a:schemeClr val="bg1"/>
          </a:solidFill>
        </p:spPr>
        <p:txBody>
          <a:bodyPr>
            <a:normAutofit fontScale="90000"/>
          </a:bodyPr>
          <a:lstStyle/>
          <a:p>
            <a:r>
              <a:rPr lang="en-US" sz="3200" dirty="0"/>
              <a:t>Sample AWSVPCB Configuration Files</a:t>
            </a:r>
          </a:p>
        </p:txBody>
      </p:sp>
      <p:sp>
        <p:nvSpPr>
          <p:cNvPr id="9" name="Content Placeholder 2">
            <a:extLst>
              <a:ext uri="{FF2B5EF4-FFF2-40B4-BE49-F238E27FC236}">
                <a16:creationId xmlns:a16="http://schemas.microsoft.com/office/drawing/2014/main" id="{C3165D6F-5F1D-44FB-A3E2-E4760250C566}"/>
              </a:ext>
            </a:extLst>
          </p:cNvPr>
          <p:cNvSpPr>
            <a:spLocks noGrp="1"/>
          </p:cNvSpPr>
          <p:nvPr>
            <p:ph idx="1"/>
          </p:nvPr>
        </p:nvSpPr>
        <p:spPr>
          <a:xfrm>
            <a:off x="6631559" y="1010619"/>
            <a:ext cx="2534945" cy="5730149"/>
          </a:xfrm>
          <a:solidFill>
            <a:schemeClr val="bg1"/>
          </a:solidFill>
          <a:ln>
            <a:solidFill>
              <a:schemeClr val="tx1"/>
            </a:solidFill>
          </a:ln>
        </p:spPr>
        <p:txBody>
          <a:bodyPr>
            <a:normAutofit fontScale="47500" lnSpcReduction="20000"/>
          </a:bodyPr>
          <a:lstStyle/>
          <a:p>
            <a:pPr marL="0" indent="0">
              <a:lnSpc>
                <a:spcPct val="120000"/>
              </a:lnSpc>
              <a:spcBef>
                <a:spcPts val="0"/>
              </a:spcBef>
              <a:buNone/>
            </a:pPr>
            <a:r>
              <a:rPr lang="en-US" dirty="0"/>
              <a:t>{</a:t>
            </a:r>
          </a:p>
          <a:p>
            <a:pPr marL="0" indent="0">
              <a:lnSpc>
                <a:spcPct val="120000"/>
              </a:lnSpc>
              <a:spcBef>
                <a:spcPts val="0"/>
              </a:spcBef>
              <a:buNone/>
            </a:pPr>
            <a:r>
              <a:rPr lang="en-US" dirty="0"/>
              <a:t>  "Changes": [</a:t>
            </a:r>
          </a:p>
          <a:p>
            <a:pPr marL="0" indent="0">
              <a:lnSpc>
                <a:spcPct val="120000"/>
              </a:lnSpc>
              <a:spcBef>
                <a:spcPts val="0"/>
              </a:spcBef>
              <a:buNone/>
            </a:pPr>
            <a:r>
              <a:rPr lang="en-US" dirty="0"/>
              <a:t>    {</a:t>
            </a:r>
          </a:p>
          <a:p>
            <a:pPr marL="0" indent="0">
              <a:lnSpc>
                <a:spcPct val="120000"/>
              </a:lnSpc>
              <a:spcBef>
                <a:spcPts val="0"/>
              </a:spcBef>
              <a:buNone/>
            </a:pPr>
            <a:r>
              <a:rPr lang="en-US" dirty="0"/>
              <a:t>      "Action": "CREATE",</a:t>
            </a:r>
          </a:p>
          <a:p>
            <a:pPr marL="0" indent="0">
              <a:lnSpc>
                <a:spcPct val="120000"/>
              </a:lnSpc>
              <a:spcBef>
                <a:spcPts val="0"/>
              </a:spcBef>
              <a:buNone/>
            </a:pPr>
            <a:r>
              <a:rPr lang="en-US" dirty="0"/>
              <a:t>      "</a:t>
            </a:r>
            <a:r>
              <a:rPr lang="en-US" dirty="0" err="1"/>
              <a:t>ResourceRecordSet</a:t>
            </a:r>
            <a:r>
              <a:rPr lang="en-US" dirty="0"/>
              <a:t>": {</a:t>
            </a:r>
          </a:p>
          <a:p>
            <a:pPr marL="0" indent="0">
              <a:lnSpc>
                <a:spcPct val="120000"/>
              </a:lnSpc>
              <a:spcBef>
                <a:spcPts val="0"/>
              </a:spcBef>
              <a:buNone/>
            </a:pPr>
            <a:r>
              <a:rPr lang="en-US" dirty="0"/>
              <a:t>        "Name": "nat.awsvpcb.edu",</a:t>
            </a:r>
          </a:p>
          <a:p>
            <a:pPr marL="0" indent="0">
              <a:lnSpc>
                <a:spcPct val="120000"/>
              </a:lnSpc>
              <a:spcBef>
                <a:spcPts val="0"/>
              </a:spcBef>
              <a:buNone/>
            </a:pPr>
            <a:r>
              <a:rPr lang="en-US" dirty="0"/>
              <a:t>        "Type": "A",</a:t>
            </a:r>
          </a:p>
          <a:p>
            <a:pPr marL="0" indent="0">
              <a:lnSpc>
                <a:spcPct val="120000"/>
              </a:lnSpc>
              <a:spcBef>
                <a:spcPts val="0"/>
              </a:spcBef>
              <a:buNone/>
            </a:pPr>
            <a:r>
              <a:rPr lang="en-US" dirty="0"/>
              <a:t>        "TTL": 300,</a:t>
            </a:r>
          </a:p>
          <a:p>
            <a:pPr marL="0" indent="0">
              <a:lnSpc>
                <a:spcPct val="120000"/>
              </a:lnSpc>
              <a:spcBef>
                <a:spcPts val="0"/>
              </a:spcBef>
              <a:buNone/>
            </a:pPr>
            <a:r>
              <a:rPr lang="en-US" dirty="0"/>
              <a:t>        "</a:t>
            </a:r>
            <a:r>
              <a:rPr lang="en-US" dirty="0" err="1"/>
              <a:t>ResourceRecords</a:t>
            </a: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            "Value": "172.31.132.151"</a:t>
            </a:r>
          </a:p>
          <a:p>
            <a:pPr marL="0" indent="0">
              <a:lnSpc>
                <a:spcPct val="120000"/>
              </a:lnSpc>
              <a:spcBef>
                <a:spcPts val="0"/>
              </a:spcBef>
              <a:buNone/>
            </a:pP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a:t>
            </a:r>
          </a:p>
          <a:p>
            <a:pPr marL="0" indent="0">
              <a:lnSpc>
                <a:spcPct val="120000"/>
              </a:lnSpc>
              <a:spcBef>
                <a:spcPts val="0"/>
              </a:spcBef>
              <a:buNone/>
            </a:pPr>
            <a:r>
              <a:rPr lang="en-US" dirty="0"/>
              <a:t>    {</a:t>
            </a:r>
          </a:p>
          <a:p>
            <a:pPr marL="0" indent="0">
              <a:lnSpc>
                <a:spcPct val="120000"/>
              </a:lnSpc>
              <a:spcBef>
                <a:spcPts val="0"/>
              </a:spcBef>
              <a:buNone/>
            </a:pPr>
            <a:r>
              <a:rPr lang="en-US" dirty="0"/>
              <a:t>      "Action": "CREATE",</a:t>
            </a:r>
          </a:p>
          <a:p>
            <a:pPr marL="0" indent="0">
              <a:lnSpc>
                <a:spcPct val="120000"/>
              </a:lnSpc>
              <a:spcBef>
                <a:spcPts val="0"/>
              </a:spcBef>
              <a:buNone/>
            </a:pPr>
            <a:r>
              <a:rPr lang="en-US" dirty="0"/>
              <a:t>      "</a:t>
            </a:r>
            <a:r>
              <a:rPr lang="en-US" dirty="0" err="1"/>
              <a:t>ResourceRecordSet</a:t>
            </a:r>
            <a:r>
              <a:rPr lang="en-US" dirty="0"/>
              <a:t>": {</a:t>
            </a:r>
          </a:p>
          <a:p>
            <a:pPr marL="0" indent="0">
              <a:lnSpc>
                <a:spcPct val="120000"/>
              </a:lnSpc>
              <a:spcBef>
                <a:spcPts val="0"/>
              </a:spcBef>
              <a:buNone/>
            </a:pPr>
            <a:r>
              <a:rPr lang="en-US" dirty="0"/>
              <a:t>        "Name": "linux2.awsvpcb.edu",</a:t>
            </a:r>
          </a:p>
          <a:p>
            <a:pPr marL="0" indent="0">
              <a:lnSpc>
                <a:spcPct val="120000"/>
              </a:lnSpc>
              <a:spcBef>
                <a:spcPts val="0"/>
              </a:spcBef>
              <a:buNone/>
            </a:pPr>
            <a:r>
              <a:rPr lang="en-US" dirty="0"/>
              <a:t>        "Type": "A",</a:t>
            </a:r>
          </a:p>
          <a:p>
            <a:pPr marL="0" indent="0">
              <a:lnSpc>
                <a:spcPct val="120000"/>
              </a:lnSpc>
              <a:spcBef>
                <a:spcPts val="0"/>
              </a:spcBef>
              <a:buNone/>
            </a:pPr>
            <a:r>
              <a:rPr lang="en-US" dirty="0"/>
              <a:t>        "TTL": 300,</a:t>
            </a:r>
          </a:p>
          <a:p>
            <a:pPr marL="0" indent="0">
              <a:lnSpc>
                <a:spcPct val="120000"/>
              </a:lnSpc>
              <a:spcBef>
                <a:spcPts val="0"/>
              </a:spcBef>
              <a:buNone/>
            </a:pPr>
            <a:r>
              <a:rPr lang="en-US" dirty="0"/>
              <a:t>        "</a:t>
            </a:r>
            <a:r>
              <a:rPr lang="en-US" dirty="0" err="1"/>
              <a:t>ResourceRecords</a:t>
            </a: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            "Value": "172.31.128.44"</a:t>
            </a:r>
          </a:p>
          <a:p>
            <a:pPr marL="0" indent="0">
              <a:lnSpc>
                <a:spcPct val="120000"/>
              </a:lnSpc>
              <a:spcBef>
                <a:spcPts val="0"/>
              </a:spcBef>
              <a:buNone/>
            </a:pP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      "Action": "CREATE",</a:t>
            </a:r>
          </a:p>
          <a:p>
            <a:pPr marL="0" indent="0">
              <a:lnSpc>
                <a:spcPct val="120000"/>
              </a:lnSpc>
              <a:spcBef>
                <a:spcPts val="0"/>
              </a:spcBef>
              <a:buNone/>
            </a:pPr>
            <a:r>
              <a:rPr lang="en-US" dirty="0"/>
              <a:t>      "</a:t>
            </a:r>
            <a:r>
              <a:rPr lang="en-US" dirty="0" err="1"/>
              <a:t>ResourceRecordSet</a:t>
            </a:r>
            <a:r>
              <a:rPr lang="en-US" dirty="0"/>
              <a:t>": {</a:t>
            </a:r>
          </a:p>
          <a:p>
            <a:pPr marL="0" indent="0">
              <a:lnSpc>
                <a:spcPct val="120000"/>
              </a:lnSpc>
              <a:spcBef>
                <a:spcPts val="0"/>
              </a:spcBef>
              <a:buNone/>
            </a:pPr>
            <a:r>
              <a:rPr lang="en-US" dirty="0"/>
              <a:t>        "Name": "mssql.awsvpcb.edu",</a:t>
            </a:r>
          </a:p>
          <a:p>
            <a:pPr marL="0" indent="0">
              <a:lnSpc>
                <a:spcPct val="120000"/>
              </a:lnSpc>
              <a:spcBef>
                <a:spcPts val="0"/>
              </a:spcBef>
              <a:buNone/>
            </a:pPr>
            <a:r>
              <a:rPr lang="en-US" dirty="0"/>
              <a:t>        "Type": "A",</a:t>
            </a:r>
          </a:p>
          <a:p>
            <a:pPr marL="0" indent="0">
              <a:lnSpc>
                <a:spcPct val="120000"/>
              </a:lnSpc>
              <a:spcBef>
                <a:spcPts val="0"/>
              </a:spcBef>
              <a:buNone/>
            </a:pPr>
            <a:r>
              <a:rPr lang="en-US" dirty="0"/>
              <a:t>        "TTL": 300,</a:t>
            </a:r>
          </a:p>
          <a:p>
            <a:pPr marL="0" indent="0">
              <a:lnSpc>
                <a:spcPct val="120000"/>
              </a:lnSpc>
              <a:spcBef>
                <a:spcPts val="0"/>
              </a:spcBef>
              <a:buNone/>
            </a:pPr>
            <a:r>
              <a:rPr lang="en-US" dirty="0"/>
              <a:t>        "</a:t>
            </a:r>
            <a:r>
              <a:rPr lang="en-US" dirty="0" err="1"/>
              <a:t>ResourceRecords</a:t>
            </a:r>
            <a:r>
              <a:rPr lang="en-US" dirty="0"/>
              <a:t>": [</a:t>
            </a:r>
          </a:p>
          <a:p>
            <a:pPr marL="0" indent="0">
              <a:lnSpc>
                <a:spcPct val="120000"/>
              </a:lnSpc>
              <a:spcBef>
                <a:spcPts val="0"/>
              </a:spcBef>
              <a:buNone/>
            </a:pPr>
            <a:r>
              <a:rPr lang="en-US" dirty="0"/>
              <a:t>          {</a:t>
            </a:r>
          </a:p>
          <a:p>
            <a:pPr marL="0" indent="0">
              <a:lnSpc>
                <a:spcPct val="120000"/>
              </a:lnSpc>
              <a:spcBef>
                <a:spcPts val="0"/>
              </a:spcBef>
              <a:buNone/>
            </a:pPr>
            <a:r>
              <a:rPr lang="en-US" dirty="0"/>
              <a:t>            "Value": "172.31.129.75"</a:t>
            </a:r>
          </a:p>
          <a:p>
            <a:pPr marL="0" indent="0">
              <a:lnSpc>
                <a:spcPct val="120000"/>
              </a:lnSpc>
              <a:spcBef>
                <a:spcPts val="0"/>
              </a:spcBef>
              <a:buNone/>
            </a:pPr>
            <a:r>
              <a:rPr lang="en-US" dirty="0"/>
              <a:t>          }</a:t>
            </a:r>
          </a:p>
          <a:p>
            <a:pPr marL="0" indent="0">
              <a:lnSpc>
                <a:spcPct val="120000"/>
              </a:lnSpc>
              <a:spcBef>
                <a:spcPts val="0"/>
              </a:spcBef>
              <a:buNone/>
            </a:pPr>
            <a:r>
              <a:rPr lang="en-US" dirty="0"/>
              <a:t>…………</a:t>
            </a:r>
          </a:p>
          <a:p>
            <a:endParaRPr lang="en-US" dirty="0"/>
          </a:p>
          <a:p>
            <a:pPr marL="0" indent="0">
              <a:lnSpc>
                <a:spcPct val="110000"/>
              </a:lnSpc>
              <a:spcBef>
                <a:spcPts val="0"/>
              </a:spcBef>
              <a:buNone/>
            </a:pPr>
            <a:endParaRPr lang="en-US" sz="800" dirty="0"/>
          </a:p>
        </p:txBody>
      </p:sp>
      <p:sp>
        <p:nvSpPr>
          <p:cNvPr id="28" name="Content Placeholder 2">
            <a:extLst>
              <a:ext uri="{FF2B5EF4-FFF2-40B4-BE49-F238E27FC236}">
                <a16:creationId xmlns:a16="http://schemas.microsoft.com/office/drawing/2014/main" id="{C5ADD4CF-457E-4FEF-A162-6D2EAE0CC1E7}"/>
              </a:ext>
            </a:extLst>
          </p:cNvPr>
          <p:cNvSpPr txBox="1">
            <a:spLocks/>
          </p:cNvSpPr>
          <p:nvPr/>
        </p:nvSpPr>
        <p:spPr>
          <a:xfrm>
            <a:off x="46091" y="642336"/>
            <a:ext cx="2615379" cy="6215664"/>
          </a:xfrm>
          <a:prstGeom prst="rect">
            <a:avLst/>
          </a:prstGeom>
          <a:solidFill>
            <a:schemeClr val="bg1"/>
          </a:solidFill>
          <a:ln>
            <a:solidFill>
              <a:schemeClr val="tx1"/>
            </a:solidFill>
          </a:ln>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0"/>
              </a:spcBef>
              <a:buNone/>
            </a:pPr>
            <a:r>
              <a:rPr lang="en-US" sz="900" dirty="0"/>
              <a:t>{</a:t>
            </a:r>
          </a:p>
          <a:p>
            <a:pPr marL="0" indent="0">
              <a:spcBef>
                <a:spcPts val="0"/>
              </a:spcBef>
              <a:buNone/>
            </a:pPr>
            <a:r>
              <a:rPr lang="en-US" sz="900" dirty="0"/>
              <a:t>  "AWSVPCB": {</a:t>
            </a:r>
          </a:p>
          <a:p>
            <a:pPr marL="0" indent="0">
              <a:spcBef>
                <a:spcPts val="0"/>
              </a:spcBef>
              <a:buNone/>
            </a:pPr>
            <a:r>
              <a:rPr lang="en-US" sz="900" dirty="0"/>
              <a:t>    "VPC": </a:t>
            </a:r>
          </a:p>
          <a:p>
            <a:pPr marL="0" indent="0">
              <a:spcBef>
                <a:spcPts val="0"/>
              </a:spcBef>
              <a:buNone/>
            </a:pPr>
            <a:r>
              <a:rPr lang="en-US" sz="900" dirty="0"/>
              <a:t>      {        "VPCCIDR": "172.31.0.0/16"    }</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"Subnets": [</a:t>
            </a:r>
          </a:p>
          <a:p>
            <a:pPr marL="0" indent="0">
              <a:spcBef>
                <a:spcPts val="0"/>
              </a:spcBef>
              <a:buNone/>
            </a:pPr>
            <a:r>
              <a:rPr lang="en-US" sz="900" dirty="0"/>
              <a:t>      {</a:t>
            </a:r>
          </a:p>
          <a:p>
            <a:pPr marL="0" indent="0">
              <a:spcBef>
                <a:spcPts val="0"/>
              </a:spcBef>
              <a:buNone/>
            </a:pPr>
            <a:r>
              <a:rPr lang="en-US" sz="900" dirty="0"/>
              <a:t>        "</a:t>
            </a:r>
            <a:r>
              <a:rPr lang="en-US" sz="900" dirty="0" err="1"/>
              <a:t>SubnetName</a:t>
            </a:r>
            <a:r>
              <a:rPr lang="en-US" sz="900" dirty="0"/>
              <a:t>": "DEFAULT",</a:t>
            </a:r>
          </a:p>
          <a:p>
            <a:pPr marL="0" indent="0">
              <a:spcBef>
                <a:spcPts val="0"/>
              </a:spcBef>
              <a:buNone/>
            </a:pPr>
            <a:r>
              <a:rPr lang="en-US" sz="900" dirty="0"/>
              <a:t>        "</a:t>
            </a:r>
            <a:r>
              <a:rPr lang="en-US" sz="900" dirty="0" err="1"/>
              <a:t>SubnetCIDR</a:t>
            </a:r>
            <a:r>
              <a:rPr lang="en-US" sz="900" dirty="0"/>
              <a:t>": "172.31.131.0/24",</a:t>
            </a:r>
          </a:p>
          <a:p>
            <a:pPr marL="0" indent="0">
              <a:spcBef>
                <a:spcPts val="0"/>
              </a:spcBef>
              <a:buNone/>
            </a:pPr>
            <a:r>
              <a:rPr lang="en-US" sz="900" dirty="0"/>
              <a:t>        "</a:t>
            </a:r>
            <a:r>
              <a:rPr lang="en-US" sz="900" dirty="0" err="1"/>
              <a:t>SecurityGroup</a:t>
            </a:r>
            <a:r>
              <a:rPr lang="en-US" sz="900" dirty="0"/>
              <a:t>": "yes",</a:t>
            </a:r>
          </a:p>
          <a:p>
            <a:pPr marL="0" indent="0">
              <a:spcBef>
                <a:spcPts val="0"/>
              </a:spcBef>
              <a:buNone/>
            </a:pPr>
            <a:r>
              <a:rPr lang="en-US" sz="900" dirty="0"/>
              <a:t>        "</a:t>
            </a:r>
            <a:r>
              <a:rPr lang="en-US" sz="900" dirty="0" err="1"/>
              <a:t>RoutingTable</a:t>
            </a:r>
            <a:r>
              <a:rPr lang="en-US" sz="900" dirty="0"/>
              <a:t>": "DEFAULT"</a:t>
            </a:r>
          </a:p>
          <a:p>
            <a:pPr marL="0" indent="0">
              <a:spcBef>
                <a:spcPts val="0"/>
              </a:spcBef>
              <a:buNone/>
            </a:pPr>
            <a:r>
              <a:rPr lang="en-US" sz="900" dirty="0"/>
              <a:t>      },</a:t>
            </a:r>
          </a:p>
          <a:p>
            <a:pPr marL="0" indent="0">
              <a:spcBef>
                <a:spcPts val="0"/>
              </a:spcBef>
              <a:buNone/>
            </a:pPr>
            <a:r>
              <a:rPr lang="en-US" sz="900" dirty="0"/>
              <a:t>……….</a:t>
            </a:r>
          </a:p>
          <a:p>
            <a:pPr marL="0" indent="0">
              <a:spcBef>
                <a:spcPts val="0"/>
              </a:spcBef>
              <a:buNone/>
            </a:pPr>
            <a:r>
              <a:rPr lang="en-US" sz="900" dirty="0"/>
              <a:t>  {</a:t>
            </a:r>
          </a:p>
          <a:p>
            <a:pPr marL="0" indent="0">
              <a:spcBef>
                <a:spcPts val="0"/>
              </a:spcBef>
              <a:buNone/>
            </a:pPr>
            <a:r>
              <a:rPr lang="en-US" sz="900" dirty="0"/>
              <a:t>    "</a:t>
            </a:r>
            <a:r>
              <a:rPr lang="en-US" sz="900" dirty="0" err="1"/>
              <a:t>PossibleInstanceNames</a:t>
            </a: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InstanceName</a:t>
            </a:r>
            <a:r>
              <a:rPr lang="en-US" sz="900" dirty="0"/>
              <a:t>": "IIS1"</a:t>
            </a:r>
          </a:p>
          <a:p>
            <a:pPr marL="0" indent="0">
              <a:spcBef>
                <a:spcPts val="0"/>
              </a:spcBef>
              <a:buNone/>
            </a:pPr>
            <a:r>
              <a:rPr lang="en-US" sz="900" dirty="0"/>
              <a:t>      },</a:t>
            </a:r>
          </a:p>
          <a:p>
            <a:pPr marL="0" indent="0">
              <a:spcBef>
                <a:spcPts val="0"/>
              </a:spcBef>
              <a:buNone/>
            </a:pPr>
            <a:r>
              <a:rPr lang="en-US" sz="900" dirty="0"/>
              <a:t>………….</a:t>
            </a:r>
          </a:p>
          <a:p>
            <a:pPr marL="0" indent="0">
              <a:spcBef>
                <a:spcPts val="0"/>
              </a:spcBef>
              <a:buNone/>
            </a:pPr>
            <a:r>
              <a:rPr lang="en-US" sz="900" dirty="0"/>
              <a:t>  {</a:t>
            </a:r>
          </a:p>
          <a:p>
            <a:pPr marL="0" indent="0">
              <a:spcBef>
                <a:spcPts val="0"/>
              </a:spcBef>
              <a:buNone/>
            </a:pPr>
            <a:r>
              <a:rPr lang="en-US" sz="900" dirty="0"/>
              <a:t>    "</a:t>
            </a:r>
            <a:r>
              <a:rPr lang="en-US" sz="900" dirty="0" err="1"/>
              <a:t>PossibleELBs</a:t>
            </a: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ELBName</a:t>
            </a:r>
            <a:r>
              <a:rPr lang="en-US" sz="900" dirty="0"/>
              <a:t>": "</a:t>
            </a:r>
            <a:r>
              <a:rPr lang="en-US" sz="900" dirty="0" err="1"/>
              <a:t>myfiu</a:t>
            </a:r>
            <a:r>
              <a:rPr lang="en-US" sz="900" dirty="0"/>
              <a:t>"</a:t>
            </a:r>
          </a:p>
          <a:p>
            <a:pPr marL="0" indent="0">
              <a:spcBef>
                <a:spcPts val="0"/>
              </a:spcBef>
              <a:buNone/>
            </a:pPr>
            <a:r>
              <a:rPr lang="en-US" sz="900" dirty="0"/>
              <a:t>      },</a:t>
            </a:r>
          </a:p>
          <a:p>
            <a:pPr marL="0" indent="0">
              <a:spcBef>
                <a:spcPts val="0"/>
              </a:spcBef>
              <a:buNone/>
            </a:pPr>
            <a:r>
              <a:rPr lang="en-US" sz="900" dirty="0"/>
              <a:t>………….</a:t>
            </a:r>
          </a:p>
          <a:p>
            <a:pPr marL="0" indent="0">
              <a:lnSpc>
                <a:spcPct val="120000"/>
              </a:lnSpc>
              <a:spcBef>
                <a:spcPts val="0"/>
              </a:spcBef>
              <a:buNone/>
            </a:pPr>
            <a:r>
              <a:rPr lang="en-US" sz="900" dirty="0"/>
              <a:t>{</a:t>
            </a:r>
          </a:p>
          <a:p>
            <a:pPr marL="0" indent="0">
              <a:lnSpc>
                <a:spcPct val="120000"/>
              </a:lnSpc>
              <a:spcBef>
                <a:spcPts val="0"/>
              </a:spcBef>
              <a:buNone/>
            </a:pPr>
            <a:r>
              <a:rPr lang="en-US" sz="900" dirty="0"/>
              <a:t>    "</a:t>
            </a:r>
            <a:r>
              <a:rPr lang="en-US" sz="900" dirty="0" err="1"/>
              <a:t>BASTIONDefinition</a:t>
            </a:r>
            <a:r>
              <a:rPr lang="en-US" sz="900" dirty="0"/>
              <a:t>":</a:t>
            </a:r>
          </a:p>
          <a:p>
            <a:pPr marL="0" indent="0">
              <a:lnSpc>
                <a:spcPct val="120000"/>
              </a:lnSpc>
              <a:spcBef>
                <a:spcPts val="0"/>
              </a:spcBef>
              <a:buNone/>
            </a:pPr>
            <a:r>
              <a:rPr lang="en-US" sz="900" dirty="0"/>
              <a:t>      {</a:t>
            </a:r>
          </a:p>
          <a:p>
            <a:pPr marL="0" indent="0">
              <a:lnSpc>
                <a:spcPct val="120000"/>
              </a:lnSpc>
              <a:spcBef>
                <a:spcPts val="0"/>
              </a:spcBef>
              <a:buNone/>
            </a:pPr>
            <a:r>
              <a:rPr lang="en-US" sz="900" dirty="0"/>
              <a:t>        "</a:t>
            </a:r>
            <a:r>
              <a:rPr lang="en-US" sz="900" dirty="0" err="1"/>
              <a:t>IPAddress</a:t>
            </a:r>
            <a:r>
              <a:rPr lang="en-US" sz="900" dirty="0"/>
              <a:t>": "172.31.132.20",</a:t>
            </a:r>
          </a:p>
          <a:p>
            <a:pPr marL="0" indent="0">
              <a:lnSpc>
                <a:spcPct val="120000"/>
              </a:lnSpc>
              <a:spcBef>
                <a:spcPts val="0"/>
              </a:spcBef>
              <a:buNone/>
            </a:pPr>
            <a:r>
              <a:rPr lang="en-US" sz="900" dirty="0"/>
              <a:t>        "Subnet": "PUBLIC",</a:t>
            </a:r>
          </a:p>
          <a:p>
            <a:pPr marL="0" indent="0">
              <a:lnSpc>
                <a:spcPct val="120000"/>
              </a:lnSpc>
              <a:spcBef>
                <a:spcPts val="0"/>
              </a:spcBef>
              <a:buNone/>
            </a:pPr>
            <a:r>
              <a:rPr lang="en-US" sz="900" dirty="0"/>
              <a:t>        "AMI": "ami-041bd92954e73c009"</a:t>
            </a:r>
          </a:p>
          <a:p>
            <a:pPr marL="0" indent="0">
              <a:lnSpc>
                <a:spcPct val="120000"/>
              </a:lnSpc>
              <a:spcBef>
                <a:spcPts val="0"/>
              </a:spcBef>
              <a:buNone/>
            </a:pPr>
            <a:r>
              <a:rPr lang="en-US" sz="900" dirty="0"/>
              <a:t>      }</a:t>
            </a:r>
          </a:p>
          <a:p>
            <a:pPr marL="0" indent="0">
              <a:lnSpc>
                <a:spcPct val="120000"/>
              </a:lnSpc>
              <a:spcBef>
                <a:spcPts val="0"/>
              </a:spcBef>
              <a:buNone/>
            </a:pPr>
            <a:r>
              <a:rPr lang="en-US" sz="900" dirty="0"/>
              <a:t>  },</a:t>
            </a:r>
          </a:p>
          <a:p>
            <a:pPr marL="0" indent="0">
              <a:lnSpc>
                <a:spcPct val="120000"/>
              </a:lnSpc>
              <a:spcBef>
                <a:spcPts val="0"/>
              </a:spcBef>
              <a:buNone/>
            </a:pPr>
            <a:r>
              <a:rPr lang="en-US" sz="900" dirty="0"/>
              <a:t>  {</a:t>
            </a:r>
          </a:p>
          <a:p>
            <a:pPr marL="0" indent="0">
              <a:lnSpc>
                <a:spcPct val="120000"/>
              </a:lnSpc>
              <a:spcBef>
                <a:spcPts val="0"/>
              </a:spcBef>
              <a:buNone/>
            </a:pPr>
            <a:r>
              <a:rPr lang="en-US" sz="900" dirty="0"/>
              <a:t>    "</a:t>
            </a:r>
            <a:r>
              <a:rPr lang="en-US" sz="900" dirty="0" err="1"/>
              <a:t>RemoteConnFlag</a:t>
            </a:r>
            <a:r>
              <a:rPr lang="en-US" sz="900" dirty="0"/>
              <a:t>": "bastion"</a:t>
            </a:r>
          </a:p>
          <a:p>
            <a:pPr marL="0" indent="0">
              <a:lnSpc>
                <a:spcPct val="120000"/>
              </a:lnSpc>
              <a:spcBef>
                <a:spcPts val="0"/>
              </a:spcBef>
              <a:buNone/>
            </a:pPr>
            <a:r>
              <a:rPr lang="en-US" sz="900" dirty="0"/>
              <a:t>  }</a:t>
            </a:r>
            <a:endParaRPr lang="en-US" sz="900" b="1" dirty="0"/>
          </a:p>
          <a:p>
            <a:pPr marL="0" indent="0">
              <a:spcBef>
                <a:spcPts val="0"/>
              </a:spcBef>
              <a:buNone/>
            </a:pPr>
            <a:r>
              <a:rPr lang="en-US" sz="900" dirty="0"/>
              <a:t>……………</a:t>
            </a:r>
          </a:p>
          <a:p>
            <a:pPr marL="0" indent="0">
              <a:spcBef>
                <a:spcPts val="0"/>
              </a:spcBef>
              <a:buNone/>
            </a:pPr>
            <a:r>
              <a:rPr lang="en-US" sz="900" dirty="0"/>
              <a:t>  {</a:t>
            </a:r>
          </a:p>
          <a:p>
            <a:pPr marL="0" indent="0">
              <a:spcBef>
                <a:spcPts val="0"/>
              </a:spcBef>
              <a:buNone/>
            </a:pPr>
            <a:r>
              <a:rPr lang="en-US" sz="900" dirty="0"/>
              <a:t>    "</a:t>
            </a:r>
            <a:r>
              <a:rPr lang="en-US" sz="900" dirty="0" err="1"/>
              <a:t>NATDefinition</a:t>
            </a: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IPAddress</a:t>
            </a:r>
            <a:r>
              <a:rPr lang="en-US" sz="900" dirty="0"/>
              <a:t>": "172.31.132.151",</a:t>
            </a:r>
          </a:p>
          <a:p>
            <a:pPr marL="0" indent="0">
              <a:spcBef>
                <a:spcPts val="0"/>
              </a:spcBef>
              <a:buNone/>
            </a:pPr>
            <a:r>
              <a:rPr lang="en-US" sz="900" dirty="0"/>
              <a:t>        "Subnet": "PUBLIC",</a:t>
            </a:r>
          </a:p>
          <a:p>
            <a:pPr marL="0" indent="0">
              <a:spcBef>
                <a:spcPts val="0"/>
              </a:spcBef>
              <a:buNone/>
            </a:pPr>
            <a:r>
              <a:rPr lang="en-US" sz="900" dirty="0"/>
              <a:t>        "AMI": "ami-00d1f8201864cc10c"</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ServerPrivateKey</a:t>
            </a:r>
            <a:r>
              <a:rPr lang="en-US" sz="900" dirty="0"/>
              <a:t>": "</a:t>
            </a:r>
            <a:r>
              <a:rPr lang="en-US" sz="900" dirty="0" err="1"/>
              <a:t>privkey</a:t>
            </a:r>
            <a:r>
              <a:rPr lang="en-US" sz="900" dirty="0"/>
              <a:t>" </a:t>
            </a:r>
          </a:p>
          <a:p>
            <a:pPr marL="0" indent="0">
              <a:spcBef>
                <a:spcPts val="0"/>
              </a:spcBef>
              <a:buNone/>
            </a:pPr>
            <a:r>
              <a:rPr lang="en-US" sz="900" dirty="0"/>
              <a:t>  }</a:t>
            </a:r>
            <a:endParaRPr lang="en-US" sz="1000" dirty="0"/>
          </a:p>
        </p:txBody>
      </p:sp>
      <p:sp>
        <p:nvSpPr>
          <p:cNvPr id="29" name="Content Placeholder 2">
            <a:extLst>
              <a:ext uri="{FF2B5EF4-FFF2-40B4-BE49-F238E27FC236}">
                <a16:creationId xmlns:a16="http://schemas.microsoft.com/office/drawing/2014/main" id="{96310D95-F6B9-4BC8-BD9B-A263537CA0C8}"/>
              </a:ext>
            </a:extLst>
          </p:cNvPr>
          <p:cNvSpPr txBox="1">
            <a:spLocks/>
          </p:cNvSpPr>
          <p:nvPr/>
        </p:nvSpPr>
        <p:spPr>
          <a:xfrm>
            <a:off x="2836177" y="1010618"/>
            <a:ext cx="3387202" cy="5730149"/>
          </a:xfrm>
          <a:prstGeom prst="rect">
            <a:avLst/>
          </a:prstGeom>
          <a:solidFill>
            <a:schemeClr val="bg1"/>
          </a:solidFill>
          <a:ln>
            <a:solidFill>
              <a:schemeClr val="tx1"/>
            </a:solidFill>
          </a:ln>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10000"/>
              </a:lnSpc>
              <a:spcBef>
                <a:spcPts val="0"/>
              </a:spcBef>
              <a:buFont typeface="Wingdings 3" charset="2"/>
              <a:buNone/>
            </a:pPr>
            <a:r>
              <a:rPr lang="en-US" sz="800"/>
              <a:t>{</a:t>
            </a:r>
          </a:p>
          <a:p>
            <a:pPr marL="0" indent="0">
              <a:lnSpc>
                <a:spcPct val="110000"/>
              </a:lnSpc>
              <a:spcBef>
                <a:spcPts val="0"/>
              </a:spcBef>
              <a:buFont typeface="Wingdings 3" charset="2"/>
              <a:buNone/>
            </a:pPr>
            <a:r>
              <a:rPr lang="en-US" sz="800"/>
              <a:t>  "AWSVPCB": {</a:t>
            </a:r>
          </a:p>
          <a:p>
            <a:pPr marL="0" indent="0">
              <a:lnSpc>
                <a:spcPct val="110000"/>
              </a:lnSpc>
              <a:spcBef>
                <a:spcPts val="0"/>
              </a:spcBef>
              <a:buFont typeface="Wingdings 3" charset="2"/>
              <a:buNone/>
            </a:pPr>
            <a:r>
              <a:rPr lang="en-US" sz="800"/>
              <a:t>    "Instances": [</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        "InstanceName": "LINUX1",</a:t>
            </a:r>
          </a:p>
          <a:p>
            <a:pPr marL="0" indent="0">
              <a:lnSpc>
                <a:spcPct val="110000"/>
              </a:lnSpc>
              <a:spcBef>
                <a:spcPts val="0"/>
              </a:spcBef>
              <a:buFont typeface="Wingdings 3" charset="2"/>
              <a:buNone/>
            </a:pPr>
            <a:r>
              <a:rPr lang="en-US" sz="800"/>
              <a:t>        "InstanceIP": "172.31.128.43",</a:t>
            </a:r>
          </a:p>
          <a:p>
            <a:pPr marL="0" indent="0">
              <a:lnSpc>
                <a:spcPct val="110000"/>
              </a:lnSpc>
              <a:spcBef>
                <a:spcPts val="0"/>
              </a:spcBef>
              <a:buFont typeface="Wingdings 3" charset="2"/>
              <a:buNone/>
            </a:pPr>
            <a:r>
              <a:rPr lang="en-US" sz="800"/>
              <a:t>        "InstanceSubnet": "WEB",</a:t>
            </a:r>
          </a:p>
          <a:p>
            <a:pPr marL="0" indent="0">
              <a:lnSpc>
                <a:spcPct val="110000"/>
              </a:lnSpc>
              <a:spcBef>
                <a:spcPts val="0"/>
              </a:spcBef>
              <a:buFont typeface="Wingdings 3" charset="2"/>
              <a:buNone/>
            </a:pPr>
            <a:r>
              <a:rPr lang="en-US" sz="800"/>
              <a:t>        "InstanceAMI": "ami-0fb4c2197eba775de",</a:t>
            </a:r>
          </a:p>
          <a:p>
            <a:pPr marL="0" indent="0">
              <a:lnSpc>
                <a:spcPct val="110000"/>
              </a:lnSpc>
              <a:spcBef>
                <a:spcPts val="0"/>
              </a:spcBef>
              <a:buFont typeface="Wingdings 3" charset="2"/>
              <a:buNone/>
            </a:pPr>
            <a:r>
              <a:rPr lang="en-US" sz="800"/>
              <a:t>        "InstanceType": "t2.micro"</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    "FirewallRules": [</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        "SecurityGroup": "DEFAULT",</a:t>
            </a:r>
          </a:p>
          <a:p>
            <a:pPr marL="0" indent="0">
              <a:lnSpc>
                <a:spcPct val="110000"/>
              </a:lnSpc>
              <a:spcBef>
                <a:spcPts val="0"/>
              </a:spcBef>
              <a:buFont typeface="Wingdings 3" charset="2"/>
              <a:buNone/>
            </a:pPr>
            <a:r>
              <a:rPr lang="en-US" sz="800"/>
              <a:t>        "RuleType": "inbound",</a:t>
            </a:r>
          </a:p>
          <a:p>
            <a:pPr marL="0" indent="0">
              <a:lnSpc>
                <a:spcPct val="110000"/>
              </a:lnSpc>
              <a:spcBef>
                <a:spcPts val="0"/>
              </a:spcBef>
              <a:buFont typeface="Wingdings 3" charset="2"/>
              <a:buNone/>
            </a:pPr>
            <a:r>
              <a:rPr lang="en-US" sz="800"/>
              <a:t>        "Protocol": "all",</a:t>
            </a:r>
          </a:p>
          <a:p>
            <a:pPr marL="0" indent="0">
              <a:lnSpc>
                <a:spcPct val="110000"/>
              </a:lnSpc>
              <a:spcBef>
                <a:spcPts val="0"/>
              </a:spcBef>
              <a:buFont typeface="Wingdings 3" charset="2"/>
              <a:buNone/>
            </a:pPr>
            <a:r>
              <a:rPr lang="en-US" sz="800"/>
              <a:t>        "Port": "all",</a:t>
            </a:r>
          </a:p>
          <a:p>
            <a:pPr marL="0" indent="0">
              <a:lnSpc>
                <a:spcPct val="110000"/>
              </a:lnSpc>
              <a:spcBef>
                <a:spcPts val="0"/>
              </a:spcBef>
              <a:buFont typeface="Wingdings 3" charset="2"/>
              <a:buNone/>
            </a:pPr>
            <a:r>
              <a:rPr lang="en-US" sz="800"/>
              <a:t>        "SourceGroup": "172.31.0.0/16"</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    "DNSEntriesFile": "assignment9/awsvpcb.assignment9.DNS.json" </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    "ELBs": [</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        "ELBName": "rainforest",</a:t>
            </a:r>
          </a:p>
          <a:p>
            <a:pPr marL="0" indent="0">
              <a:lnSpc>
                <a:spcPct val="110000"/>
              </a:lnSpc>
              <a:spcBef>
                <a:spcPts val="0"/>
              </a:spcBef>
              <a:buFont typeface="Wingdings 3" charset="2"/>
              <a:buNone/>
            </a:pPr>
            <a:r>
              <a:rPr lang="en-US" sz="800"/>
              <a:t>        "ListenerProtocol": "HTTPS",</a:t>
            </a:r>
          </a:p>
          <a:p>
            <a:pPr marL="0" indent="0">
              <a:lnSpc>
                <a:spcPct val="110000"/>
              </a:lnSpc>
              <a:spcBef>
                <a:spcPts val="0"/>
              </a:spcBef>
              <a:buFont typeface="Wingdings 3" charset="2"/>
              <a:buNone/>
            </a:pPr>
            <a:r>
              <a:rPr lang="en-US" sz="800"/>
              <a:t>        "ListenerPort": "443",</a:t>
            </a:r>
          </a:p>
          <a:p>
            <a:pPr marL="0" indent="0">
              <a:lnSpc>
                <a:spcPct val="110000"/>
              </a:lnSpc>
              <a:spcBef>
                <a:spcPts val="0"/>
              </a:spcBef>
              <a:buFont typeface="Wingdings 3" charset="2"/>
              <a:buNone/>
            </a:pPr>
            <a:r>
              <a:rPr lang="en-US" sz="800"/>
              <a:t>        "InstanceProtocol": "HTTP",</a:t>
            </a:r>
          </a:p>
          <a:p>
            <a:pPr marL="0" indent="0">
              <a:lnSpc>
                <a:spcPct val="110000"/>
              </a:lnSpc>
              <a:spcBef>
                <a:spcPts val="0"/>
              </a:spcBef>
              <a:buFont typeface="Wingdings 3" charset="2"/>
              <a:buNone/>
            </a:pPr>
            <a:r>
              <a:rPr lang="en-US" sz="800"/>
              <a:t>        "InstancePort": "80",</a:t>
            </a:r>
          </a:p>
          <a:p>
            <a:pPr marL="0" indent="0">
              <a:lnSpc>
                <a:spcPct val="110000"/>
              </a:lnSpc>
              <a:spcBef>
                <a:spcPts val="0"/>
              </a:spcBef>
              <a:buFont typeface="Wingdings 3" charset="2"/>
              <a:buNone/>
            </a:pPr>
            <a:r>
              <a:rPr lang="en-US" sz="800"/>
              <a:t>        "ELBSubnet": "AWSVPCB_ELB",</a:t>
            </a:r>
          </a:p>
          <a:p>
            <a:pPr marL="0" indent="0">
              <a:lnSpc>
                <a:spcPct val="110000"/>
              </a:lnSpc>
              <a:spcBef>
                <a:spcPts val="0"/>
              </a:spcBef>
              <a:buFont typeface="Wingdings 3" charset="2"/>
              <a:buNone/>
            </a:pPr>
            <a:r>
              <a:rPr lang="en-US" sz="800"/>
              <a:t>        "HealthCheckTarget": "TCP:80",</a:t>
            </a:r>
          </a:p>
          <a:p>
            <a:pPr marL="0" indent="0">
              <a:lnSpc>
                <a:spcPct val="110000"/>
              </a:lnSpc>
              <a:spcBef>
                <a:spcPts val="0"/>
              </a:spcBef>
              <a:buFont typeface="Wingdings 3" charset="2"/>
              <a:buNone/>
            </a:pPr>
            <a:r>
              <a:rPr lang="en-US" sz="800"/>
              <a:t>        "HealthCheckInterval": "5",</a:t>
            </a:r>
          </a:p>
          <a:p>
            <a:pPr marL="0" indent="0">
              <a:lnSpc>
                <a:spcPct val="110000"/>
              </a:lnSpc>
              <a:spcBef>
                <a:spcPts val="0"/>
              </a:spcBef>
              <a:buFont typeface="Wingdings 3" charset="2"/>
              <a:buNone/>
            </a:pPr>
            <a:r>
              <a:rPr lang="en-US" sz="800"/>
              <a:t>        "HealthCheckTimeout": "3",</a:t>
            </a:r>
          </a:p>
          <a:p>
            <a:pPr marL="0" indent="0">
              <a:lnSpc>
                <a:spcPct val="110000"/>
              </a:lnSpc>
              <a:spcBef>
                <a:spcPts val="0"/>
              </a:spcBef>
              <a:buFont typeface="Wingdings 3" charset="2"/>
              <a:buNone/>
            </a:pPr>
            <a:r>
              <a:rPr lang="en-US" sz="800"/>
              <a:t>        "HealthCheckUnhealthyThreshold": "2",</a:t>
            </a:r>
          </a:p>
          <a:p>
            <a:pPr marL="0" indent="0">
              <a:lnSpc>
                <a:spcPct val="110000"/>
              </a:lnSpc>
              <a:spcBef>
                <a:spcPts val="0"/>
              </a:spcBef>
              <a:buFont typeface="Wingdings 3" charset="2"/>
              <a:buNone/>
            </a:pPr>
            <a:r>
              <a:rPr lang="en-US" sz="800"/>
              <a:t>        "HealthCheckHealthyThreshold": "2",</a:t>
            </a:r>
          </a:p>
          <a:p>
            <a:pPr marL="0" indent="0">
              <a:lnSpc>
                <a:spcPct val="110000"/>
              </a:lnSpc>
              <a:spcBef>
                <a:spcPts val="0"/>
              </a:spcBef>
              <a:buFont typeface="Wingdings 3" charset="2"/>
              <a:buNone/>
            </a:pPr>
            <a:r>
              <a:rPr lang="en-US" sz="800"/>
              <a:t>        "ELBInstances": [ </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            "InstanceName": "LINUX1"</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            "InstanceName": "LINUX2"</a:t>
            </a:r>
          </a:p>
          <a:p>
            <a:pPr marL="0" indent="0">
              <a:lnSpc>
                <a:spcPct val="110000"/>
              </a:lnSpc>
              <a:spcBef>
                <a:spcPts val="0"/>
              </a:spcBef>
              <a:buFont typeface="Wingdings 3" charset="2"/>
              <a:buNone/>
            </a:pPr>
            <a:r>
              <a:rPr lang="en-US" sz="800"/>
              <a:t>          }</a:t>
            </a:r>
          </a:p>
          <a:p>
            <a:pPr marL="0" indent="0">
              <a:lnSpc>
                <a:spcPct val="110000"/>
              </a:lnSpc>
              <a:spcBef>
                <a:spcPts val="0"/>
              </a:spcBef>
              <a:buFont typeface="Wingdings 3" charset="2"/>
              <a:buNone/>
            </a:pPr>
            <a:r>
              <a:rPr lang="en-US" sz="800"/>
              <a:t>………..</a:t>
            </a:r>
            <a:endParaRPr lang="en-US" sz="800" dirty="0"/>
          </a:p>
        </p:txBody>
      </p:sp>
      <p:sp>
        <p:nvSpPr>
          <p:cNvPr id="36" name="Content Placeholder 2">
            <a:extLst>
              <a:ext uri="{FF2B5EF4-FFF2-40B4-BE49-F238E27FC236}">
                <a16:creationId xmlns:a16="http://schemas.microsoft.com/office/drawing/2014/main" id="{E918E85E-3E89-4EDE-B662-143D73F7B75A}"/>
              </a:ext>
            </a:extLst>
          </p:cNvPr>
          <p:cNvSpPr txBox="1">
            <a:spLocks/>
          </p:cNvSpPr>
          <p:nvPr/>
        </p:nvSpPr>
        <p:spPr>
          <a:xfrm>
            <a:off x="136640" y="255072"/>
            <a:ext cx="2524830" cy="387264"/>
          </a:xfrm>
          <a:prstGeom prst="rect">
            <a:avLst/>
          </a:prstGeom>
          <a:solidFill>
            <a:schemeClr val="bg1"/>
          </a:solidFill>
          <a:ln>
            <a:solidFill>
              <a:schemeClr val="tx1"/>
            </a:solidFill>
          </a:ln>
        </p:spPr>
        <p:txBody>
          <a:bodyPr vert="horz" lIns="91440" tIns="45720" rIns="91440" bIns="45720" rtlCol="0">
            <a:normAutofit fontScale="850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dirty="0"/>
              <a:t>VPC </a:t>
            </a:r>
            <a:r>
              <a:rPr lang="en-US" sz="1600" b="1" dirty="0" err="1"/>
              <a:t>json</a:t>
            </a:r>
            <a:r>
              <a:rPr lang="en-US" sz="1600" b="1" dirty="0"/>
              <a:t> – in </a:t>
            </a:r>
            <a:r>
              <a:rPr lang="en-US" sz="1600" b="1" dirty="0" err="1"/>
              <a:t>secfiles</a:t>
            </a:r>
            <a:r>
              <a:rPr lang="en-US" sz="1600" b="1" dirty="0"/>
              <a:t>/</a:t>
            </a:r>
            <a:r>
              <a:rPr lang="en-US" sz="1600" b="1" dirty="0" err="1"/>
              <a:t>vpc</a:t>
            </a:r>
            <a:r>
              <a:rPr lang="en-US" sz="1600" b="1" dirty="0"/>
              <a:t># </a:t>
            </a:r>
            <a:endParaRPr lang="en-US" sz="1600" dirty="0"/>
          </a:p>
        </p:txBody>
      </p:sp>
      <p:sp>
        <p:nvSpPr>
          <p:cNvPr id="37" name="Content Placeholder 2">
            <a:extLst>
              <a:ext uri="{FF2B5EF4-FFF2-40B4-BE49-F238E27FC236}">
                <a16:creationId xmlns:a16="http://schemas.microsoft.com/office/drawing/2014/main" id="{2F71990C-6B54-4F8B-89FA-DA2FD13EAA3F}"/>
              </a:ext>
            </a:extLst>
          </p:cNvPr>
          <p:cNvSpPr txBox="1">
            <a:spLocks/>
          </p:cNvSpPr>
          <p:nvPr/>
        </p:nvSpPr>
        <p:spPr>
          <a:xfrm>
            <a:off x="3313043" y="623354"/>
            <a:ext cx="5554971" cy="387264"/>
          </a:xfrm>
          <a:prstGeom prst="rect">
            <a:avLst/>
          </a:prstGeom>
          <a:solidFill>
            <a:schemeClr val="bg1"/>
          </a:solidFill>
          <a:ln>
            <a:solidFill>
              <a:schemeClr val="tx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dirty="0"/>
              <a:t>Assignment </a:t>
            </a:r>
            <a:r>
              <a:rPr lang="en-US" sz="1600" b="1" dirty="0" err="1"/>
              <a:t>jsons</a:t>
            </a:r>
            <a:r>
              <a:rPr lang="en-US" sz="1600" b="1" dirty="0"/>
              <a:t> – in </a:t>
            </a:r>
            <a:r>
              <a:rPr lang="en-US" sz="1600" b="1" dirty="0" err="1"/>
              <a:t>secfiles</a:t>
            </a:r>
            <a:r>
              <a:rPr lang="en-US" sz="1600" b="1" dirty="0"/>
              <a:t>/assignment#</a:t>
            </a:r>
            <a:endParaRPr lang="en-US" sz="1600" dirty="0"/>
          </a:p>
        </p:txBody>
      </p:sp>
      <p:sp>
        <p:nvSpPr>
          <p:cNvPr id="38" name="Content Placeholder 2">
            <a:extLst>
              <a:ext uri="{FF2B5EF4-FFF2-40B4-BE49-F238E27FC236}">
                <a16:creationId xmlns:a16="http://schemas.microsoft.com/office/drawing/2014/main" id="{C264DF56-C107-42D6-926B-C8F7F2AC133A}"/>
              </a:ext>
            </a:extLst>
          </p:cNvPr>
          <p:cNvSpPr txBox="1">
            <a:spLocks/>
          </p:cNvSpPr>
          <p:nvPr/>
        </p:nvSpPr>
        <p:spPr>
          <a:xfrm>
            <a:off x="9355823" y="1010617"/>
            <a:ext cx="2790087" cy="5730149"/>
          </a:xfrm>
          <a:prstGeom prst="rect">
            <a:avLst/>
          </a:prstGeom>
          <a:solidFill>
            <a:schemeClr val="bg1"/>
          </a:solidFill>
          <a:ln>
            <a:solidFill>
              <a:schemeClr val="tx1"/>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20000"/>
              </a:lnSpc>
              <a:spcBef>
                <a:spcPts val="0"/>
              </a:spcBef>
              <a:buNone/>
            </a:pPr>
            <a:r>
              <a:rPr lang="en-US" sz="1200" dirty="0"/>
              <a:t>export INSTITUTION="FIU“</a:t>
            </a:r>
          </a:p>
          <a:p>
            <a:pPr marL="0" indent="0">
              <a:lnSpc>
                <a:spcPct val="120000"/>
              </a:lnSpc>
              <a:spcBef>
                <a:spcPts val="0"/>
              </a:spcBef>
              <a:buNone/>
            </a:pPr>
            <a:r>
              <a:rPr lang="en-US" sz="1200" dirty="0"/>
              <a:t>export PROFESSOR=“Name“</a:t>
            </a:r>
          </a:p>
          <a:p>
            <a:pPr marL="0" indent="0">
              <a:lnSpc>
                <a:spcPct val="120000"/>
              </a:lnSpc>
              <a:spcBef>
                <a:spcPts val="0"/>
              </a:spcBef>
              <a:buNone/>
            </a:pPr>
            <a:r>
              <a:rPr lang="en-US" sz="1200" dirty="0"/>
              <a:t>export COURSE=DYNAMIC    </a:t>
            </a:r>
          </a:p>
          <a:p>
            <a:pPr marL="0" indent="0">
              <a:lnSpc>
                <a:spcPct val="120000"/>
              </a:lnSpc>
              <a:spcBef>
                <a:spcPts val="0"/>
              </a:spcBef>
              <a:buNone/>
            </a:pPr>
            <a:r>
              <a:rPr lang="en-US" sz="1200" dirty="0"/>
              <a:t>export AVAILABLE_COURSES=“… …”</a:t>
            </a:r>
          </a:p>
          <a:p>
            <a:pPr marL="0" indent="0">
              <a:lnSpc>
                <a:spcPct val="120000"/>
              </a:lnSpc>
              <a:spcBef>
                <a:spcPts val="0"/>
              </a:spcBef>
              <a:buNone/>
            </a:pPr>
            <a:r>
              <a:rPr lang="en-US" sz="1200" dirty="0"/>
              <a:t>export AWSVPCB_SEM=DYNAMIC </a:t>
            </a:r>
          </a:p>
          <a:p>
            <a:pPr marL="0" indent="0">
              <a:lnSpc>
                <a:spcPct val="120000"/>
              </a:lnSpc>
              <a:spcBef>
                <a:spcPts val="0"/>
              </a:spcBef>
              <a:buNone/>
            </a:pPr>
            <a:r>
              <a:rPr lang="en-US" sz="1200" dirty="0"/>
              <a:t>export ERRORMSG="please run ./AWSVPCB.DIAGLOG and let the professor know to review....“</a:t>
            </a:r>
          </a:p>
          <a:p>
            <a:pPr marL="0" indent="0">
              <a:lnSpc>
                <a:spcPct val="120000"/>
              </a:lnSpc>
              <a:spcBef>
                <a:spcPts val="0"/>
              </a:spcBef>
              <a:buNone/>
            </a:pPr>
            <a:endParaRPr lang="en-US" sz="1200" dirty="0"/>
          </a:p>
          <a:p>
            <a:pPr marL="0" indent="0">
              <a:lnSpc>
                <a:spcPct val="120000"/>
              </a:lnSpc>
              <a:spcBef>
                <a:spcPts val="0"/>
              </a:spcBef>
              <a:buNone/>
            </a:pPr>
            <a:r>
              <a:rPr lang="en-US" sz="1200" dirty="0"/>
              <a:t>export DOMAIN=awsvpcb.edu              </a:t>
            </a:r>
          </a:p>
          <a:p>
            <a:pPr marL="0" indent="0">
              <a:lnSpc>
                <a:spcPct val="120000"/>
              </a:lnSpc>
              <a:spcBef>
                <a:spcPts val="0"/>
              </a:spcBef>
              <a:buNone/>
            </a:pPr>
            <a:r>
              <a:rPr lang="en-US" sz="1200" dirty="0"/>
              <a:t>export AWS_ACADEMY=yes </a:t>
            </a:r>
          </a:p>
          <a:p>
            <a:pPr marL="0" indent="0">
              <a:lnSpc>
                <a:spcPct val="120000"/>
              </a:lnSpc>
              <a:spcBef>
                <a:spcPts val="0"/>
              </a:spcBef>
              <a:buNone/>
            </a:pPr>
            <a:r>
              <a:rPr lang="en-US" sz="1200" dirty="0"/>
              <a:t>export AWS_REGION=us-east-1              export PRIMARY_AWS_AZ=us-east-1a         </a:t>
            </a:r>
          </a:p>
          <a:p>
            <a:pPr marL="0" indent="0">
              <a:lnSpc>
                <a:spcPct val="120000"/>
              </a:lnSpc>
              <a:spcBef>
                <a:spcPts val="0"/>
              </a:spcBef>
              <a:buNone/>
            </a:pPr>
            <a:endParaRPr lang="en-US" sz="1200" dirty="0"/>
          </a:p>
          <a:p>
            <a:pPr marL="0" indent="0">
              <a:lnSpc>
                <a:spcPct val="120000"/>
              </a:lnSpc>
              <a:spcBef>
                <a:spcPts val="0"/>
              </a:spcBef>
              <a:buNone/>
            </a:pPr>
            <a:r>
              <a:rPr lang="en-US" sz="1200" dirty="0"/>
              <a:t>export DIAGLOG_LAMBDA_URL=https://….    # Unique per professor</a:t>
            </a:r>
          </a:p>
          <a:p>
            <a:pPr marL="0" indent="0">
              <a:lnSpc>
                <a:spcPct val="120000"/>
              </a:lnSpc>
              <a:spcBef>
                <a:spcPts val="0"/>
              </a:spcBef>
              <a:buNone/>
            </a:pPr>
            <a:endParaRPr lang="en-US" sz="800" dirty="0"/>
          </a:p>
        </p:txBody>
      </p:sp>
      <p:sp>
        <p:nvSpPr>
          <p:cNvPr id="49" name="Content Placeholder 2">
            <a:extLst>
              <a:ext uri="{FF2B5EF4-FFF2-40B4-BE49-F238E27FC236}">
                <a16:creationId xmlns:a16="http://schemas.microsoft.com/office/drawing/2014/main" id="{C2411850-4997-4A59-95F4-344805914F7A}"/>
              </a:ext>
            </a:extLst>
          </p:cNvPr>
          <p:cNvSpPr txBox="1">
            <a:spLocks/>
          </p:cNvSpPr>
          <p:nvPr/>
        </p:nvSpPr>
        <p:spPr>
          <a:xfrm>
            <a:off x="9401557" y="628688"/>
            <a:ext cx="2653804" cy="387264"/>
          </a:xfrm>
          <a:prstGeom prst="rect">
            <a:avLst/>
          </a:prstGeom>
          <a:solidFill>
            <a:schemeClr val="bg1"/>
          </a:solidFill>
          <a:ln>
            <a:solidFill>
              <a:schemeClr val="tx1"/>
            </a:solidFill>
          </a:ln>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dirty="0" err="1"/>
              <a:t>vpcb</a:t>
            </a:r>
            <a:r>
              <a:rPr lang="en-US" sz="1600" b="1" dirty="0"/>
              <a:t>-config – in main directory</a:t>
            </a:r>
            <a:endParaRPr lang="en-US" sz="1600" dirty="0"/>
          </a:p>
        </p:txBody>
      </p:sp>
    </p:spTree>
    <p:extLst>
      <p:ext uri="{BB962C8B-B14F-4D97-AF65-F5344CB8AC3E}">
        <p14:creationId xmlns:p14="http://schemas.microsoft.com/office/powerpoint/2010/main" val="776351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88E89-2FD5-4EE8-BBBA-AFBCAA8DF7C8}"/>
              </a:ext>
            </a:extLst>
          </p:cNvPr>
          <p:cNvSpPr>
            <a:spLocks noGrp="1"/>
          </p:cNvSpPr>
          <p:nvPr>
            <p:ph type="title"/>
          </p:nvPr>
        </p:nvSpPr>
        <p:spPr>
          <a:xfrm>
            <a:off x="564599" y="133611"/>
            <a:ext cx="8596668" cy="780789"/>
          </a:xfrm>
        </p:spPr>
        <p:txBody>
          <a:bodyPr>
            <a:normAutofit fontScale="90000"/>
          </a:bodyPr>
          <a:lstStyle/>
          <a:p>
            <a:r>
              <a:rPr lang="en-US" dirty="0"/>
              <a:t>AWSVPCB Miscellaneous Features/Limitations</a:t>
            </a:r>
          </a:p>
        </p:txBody>
      </p:sp>
      <p:sp>
        <p:nvSpPr>
          <p:cNvPr id="3" name="Content Placeholder 2">
            <a:extLst>
              <a:ext uri="{FF2B5EF4-FFF2-40B4-BE49-F238E27FC236}">
                <a16:creationId xmlns:a16="http://schemas.microsoft.com/office/drawing/2014/main" id="{E5F1C779-691F-4DE3-878B-A04823B1934E}"/>
              </a:ext>
            </a:extLst>
          </p:cNvPr>
          <p:cNvSpPr>
            <a:spLocks noGrp="1"/>
          </p:cNvSpPr>
          <p:nvPr>
            <p:ph idx="1"/>
          </p:nvPr>
        </p:nvSpPr>
        <p:spPr>
          <a:xfrm>
            <a:off x="564599" y="914399"/>
            <a:ext cx="9330028" cy="5809990"/>
          </a:xfrm>
        </p:spPr>
        <p:txBody>
          <a:bodyPr>
            <a:normAutofit fontScale="85000" lnSpcReduction="20000"/>
          </a:bodyPr>
          <a:lstStyle/>
          <a:p>
            <a:pPr marL="0" indent="0">
              <a:buNone/>
            </a:pPr>
            <a:r>
              <a:rPr lang="en-US" b="1" u="sng" dirty="0"/>
              <a:t>FEATURES:</a:t>
            </a:r>
          </a:p>
          <a:p>
            <a:r>
              <a:rPr lang="en-US" dirty="0"/>
              <a:t>Automatic creation of OVPN file for VPN connectivity</a:t>
            </a:r>
          </a:p>
          <a:p>
            <a:r>
              <a:rPr lang="en-US" dirty="0"/>
              <a:t>Automatic creating of DNS records for ELBs</a:t>
            </a:r>
          </a:p>
          <a:p>
            <a:r>
              <a:rPr lang="en-US" dirty="0"/>
              <a:t>Automatic assignment of SSL certs to ELBs, but files (.cert &amp; .key) with ELB names must exist in </a:t>
            </a:r>
            <a:r>
              <a:rPr lang="en-US" dirty="0" err="1"/>
              <a:t>secfiles</a:t>
            </a:r>
            <a:r>
              <a:rPr lang="en-US" dirty="0"/>
              <a:t> directory</a:t>
            </a:r>
          </a:p>
          <a:p>
            <a:r>
              <a:rPr lang="en-US" dirty="0"/>
              <a:t>Automatic saving of any changes to DNS or Firewall rules in between START and STOP scripts; NOTE: ELB(s) are created with the first START and not deleted until the ASSIGNMENT DESTROY</a:t>
            </a:r>
          </a:p>
          <a:p>
            <a:r>
              <a:rPr lang="en-US" dirty="0"/>
              <a:t>Ability to copy all VPC information to S3 bucket (DIAGLOG script), but professor must run </a:t>
            </a:r>
            <a:r>
              <a:rPr lang="en-US" dirty="0" err="1"/>
              <a:t>aws</a:t>
            </a:r>
            <a:r>
              <a:rPr lang="en-US" dirty="0"/>
              <a:t>-setup to create necessary resources in their account</a:t>
            </a:r>
          </a:p>
          <a:p>
            <a:pPr marL="0" indent="0">
              <a:buNone/>
            </a:pPr>
            <a:endParaRPr lang="en-US" dirty="0"/>
          </a:p>
          <a:p>
            <a:pPr marL="0" indent="0">
              <a:buNone/>
            </a:pPr>
            <a:r>
              <a:rPr lang="en-US" b="1" u="sng" dirty="0"/>
              <a:t>LIMITATIONS:</a:t>
            </a:r>
          </a:p>
          <a:p>
            <a:r>
              <a:rPr lang="en-US" dirty="0"/>
              <a:t>At this time json file syntax validation is non-existent; this is in the backlog to be built</a:t>
            </a:r>
          </a:p>
          <a:p>
            <a:pPr lvl="1">
              <a:buFont typeface="Wingdings" panose="05000000000000000000" pitchFamily="2" charset="2"/>
              <a:buChar char="q"/>
            </a:pPr>
            <a:r>
              <a:rPr lang="en-US" dirty="0"/>
              <a:t>Mitigation offered through MANIFEST.DISPLAY script, but it still requires manual verification</a:t>
            </a:r>
          </a:p>
          <a:p>
            <a:r>
              <a:rPr lang="en-US" dirty="0"/>
              <a:t>Security groups are only created with association to subnet. Thus, two subnets cannot share the same security group</a:t>
            </a:r>
          </a:p>
          <a:p>
            <a:r>
              <a:rPr lang="en-US" dirty="0"/>
              <a:t>Only a subset of parameters are accepted for each AWS instance</a:t>
            </a:r>
          </a:p>
          <a:p>
            <a:r>
              <a:rPr lang="en-US" dirty="0"/>
              <a:t>By default, AWS limits the number of SSL certificate uploads, so too many VPC creations will cause errors – try to limit the number of VPC creations – there is no limit to number of  assignment creations</a:t>
            </a:r>
          </a:p>
          <a:p>
            <a:r>
              <a:rPr lang="en-US" dirty="0"/>
              <a:t>Active VPC entities are stored in files within the AWSVPCB directory, so you must run the scripts from the same directory</a:t>
            </a:r>
          </a:p>
          <a:p>
            <a:pPr lvl="1">
              <a:buFont typeface="Wingdings" panose="05000000000000000000" pitchFamily="2" charset="2"/>
              <a:buChar char="q"/>
            </a:pPr>
            <a:r>
              <a:rPr lang="en-US" dirty="0"/>
              <a:t>Portability to another system offered through CONFIGURE and VPC.REGISTER scripts</a:t>
            </a:r>
          </a:p>
        </p:txBody>
      </p:sp>
    </p:spTree>
    <p:extLst>
      <p:ext uri="{BB962C8B-B14F-4D97-AF65-F5344CB8AC3E}">
        <p14:creationId xmlns:p14="http://schemas.microsoft.com/office/powerpoint/2010/main" val="3707837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999D6-7330-71DC-938E-7899546C5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BCD861-4C61-172A-6749-5F8293FCF776}"/>
              </a:ext>
            </a:extLst>
          </p:cNvPr>
          <p:cNvSpPr>
            <a:spLocks noGrp="1"/>
          </p:cNvSpPr>
          <p:nvPr>
            <p:ph type="title"/>
          </p:nvPr>
        </p:nvSpPr>
        <p:spPr>
          <a:xfrm>
            <a:off x="564599" y="133611"/>
            <a:ext cx="8596668" cy="780789"/>
          </a:xfrm>
        </p:spPr>
        <p:txBody>
          <a:bodyPr>
            <a:normAutofit/>
          </a:bodyPr>
          <a:lstStyle/>
          <a:p>
            <a:r>
              <a:rPr lang="en-US" dirty="0"/>
              <a:t>AWSVPCB – How to start quickly #1</a:t>
            </a:r>
          </a:p>
        </p:txBody>
      </p:sp>
      <p:sp>
        <p:nvSpPr>
          <p:cNvPr id="3" name="Content Placeholder 2">
            <a:extLst>
              <a:ext uri="{FF2B5EF4-FFF2-40B4-BE49-F238E27FC236}">
                <a16:creationId xmlns:a16="http://schemas.microsoft.com/office/drawing/2014/main" id="{B983236E-77A6-ECBB-488B-FCC6A4F280BB}"/>
              </a:ext>
            </a:extLst>
          </p:cNvPr>
          <p:cNvSpPr>
            <a:spLocks noGrp="1"/>
          </p:cNvSpPr>
          <p:nvPr>
            <p:ph idx="1"/>
          </p:nvPr>
        </p:nvSpPr>
        <p:spPr>
          <a:xfrm>
            <a:off x="564599" y="914399"/>
            <a:ext cx="9330028" cy="5809990"/>
          </a:xfrm>
        </p:spPr>
        <p:txBody>
          <a:bodyPr>
            <a:normAutofit fontScale="77500" lnSpcReduction="20000"/>
          </a:bodyPr>
          <a:lstStyle/>
          <a:p>
            <a:pPr>
              <a:buFont typeface="+mj-lt"/>
              <a:buAutoNum type="arabicPeriod"/>
            </a:pPr>
            <a:r>
              <a:rPr lang="en-US" dirty="0"/>
              <a:t>USE </a:t>
            </a:r>
            <a:r>
              <a:rPr lang="en-US" dirty="0" err="1"/>
              <a:t>awsvpcb</a:t>
            </a:r>
            <a:r>
              <a:rPr lang="en-US" dirty="0"/>
              <a:t>-setup (instructions here - </a:t>
            </a:r>
            <a:r>
              <a:rPr lang="en-US" u="sng" dirty="0">
                <a:hlinkClick r:id="rId2"/>
              </a:rPr>
              <a:t>https://github.com/clouducate/awsvpcb/raw/refs/heads/main/awsvpcb-setup%20instructions.docx</a:t>
            </a:r>
            <a:r>
              <a:rPr lang="en-US" dirty="0"/>
              <a:t>)</a:t>
            </a:r>
          </a:p>
          <a:p>
            <a:pPr lvl="1"/>
            <a:r>
              <a:rPr lang="en-US" dirty="0"/>
              <a:t>NOTE: This requires you to create an AWS account with a credit card provided for AWS, however, expenses are minimal (less than $1 per month)</a:t>
            </a:r>
          </a:p>
          <a:p>
            <a:pPr lvl="1"/>
            <a:r>
              <a:rPr lang="en-US" dirty="0"/>
              <a:t>NOTE: By default the </a:t>
            </a:r>
            <a:r>
              <a:rPr lang="en-US" dirty="0" err="1"/>
              <a:t>awsvpcb</a:t>
            </a:r>
            <a:r>
              <a:rPr lang="en-US" dirty="0"/>
              <a:t>-setup script will send logs and resulting </a:t>
            </a:r>
            <a:r>
              <a:rPr lang="en-US" dirty="0" err="1"/>
              <a:t>vpcb</a:t>
            </a:r>
            <a:r>
              <a:rPr lang="en-US" dirty="0"/>
              <a:t>-config file generated to centralized admin S3 bucket, but you can override this when prompted whether to add to registry or not as indicated in the instructions.</a:t>
            </a:r>
          </a:p>
          <a:p>
            <a:pPr lvl="1"/>
            <a:r>
              <a:rPr lang="en-US" dirty="0"/>
              <a:t>NOTE: Your login credentials expire after 12 hours, so you will need to re-login at that point using the "</a:t>
            </a:r>
            <a:r>
              <a:rPr lang="en-US" dirty="0" err="1"/>
              <a:t>aws</a:t>
            </a:r>
            <a:r>
              <a:rPr lang="en-US" dirty="0"/>
              <a:t> login" command</a:t>
            </a:r>
          </a:p>
          <a:p>
            <a:pPr>
              <a:buFont typeface="+mj-lt"/>
              <a:buAutoNum type="arabicPeriod"/>
            </a:pPr>
            <a:r>
              <a:rPr lang="en-US" dirty="0"/>
              <a:t>From the same device as used in step #1, perform the following:</a:t>
            </a:r>
          </a:p>
          <a:p>
            <a:pPr lvl="1"/>
            <a:r>
              <a:rPr lang="en-US" dirty="0"/>
              <a:t>TYPE: </a:t>
            </a:r>
            <a:r>
              <a:rPr lang="en-US" dirty="0" err="1"/>
              <a:t>wget</a:t>
            </a:r>
            <a:r>
              <a:rPr lang="en-US" dirty="0"/>
              <a:t> </a:t>
            </a:r>
            <a:r>
              <a:rPr lang="en-US" u="sng" dirty="0">
                <a:hlinkClick r:id="rId3"/>
              </a:rPr>
              <a:t>https://github.com/clouducate/awsvpcb/raw/refs/heads/main/awsvpcb-scripts.zip</a:t>
            </a:r>
            <a:endParaRPr lang="en-US" dirty="0"/>
          </a:p>
          <a:p>
            <a:pPr lvl="1"/>
            <a:r>
              <a:rPr lang="en-US" dirty="0"/>
              <a:t>TYPE: unzip awsvpcb-scripts.zip</a:t>
            </a:r>
          </a:p>
          <a:p>
            <a:pPr lvl="1"/>
            <a:r>
              <a:rPr lang="en-US" dirty="0"/>
              <a:t>TYPE: cd </a:t>
            </a:r>
            <a:r>
              <a:rPr lang="en-US" dirty="0" err="1"/>
              <a:t>awsvpcb</a:t>
            </a:r>
            <a:r>
              <a:rPr lang="en-US" dirty="0"/>
              <a:t>-scripts</a:t>
            </a:r>
          </a:p>
          <a:p>
            <a:pPr lvl="1"/>
            <a:r>
              <a:rPr lang="en-US" dirty="0"/>
              <a:t>TYPE: </a:t>
            </a:r>
            <a:r>
              <a:rPr lang="en-US" dirty="0" err="1"/>
              <a:t>chmod</a:t>
            </a:r>
            <a:r>
              <a:rPr lang="en-US" dirty="0"/>
              <a:t> 755 *</a:t>
            </a:r>
          </a:p>
          <a:p>
            <a:pPr lvl="1"/>
            <a:r>
              <a:rPr lang="en-US" dirty="0"/>
              <a:t>TYPE: </a:t>
            </a:r>
            <a:r>
              <a:rPr lang="en-US" dirty="0" err="1"/>
              <a:t>chmod</a:t>
            </a:r>
            <a:r>
              <a:rPr lang="en-US" dirty="0"/>
              <a:t> 755 procs/*</a:t>
            </a:r>
          </a:p>
          <a:p>
            <a:pPr>
              <a:buFont typeface="+mj-lt"/>
              <a:buAutoNum type="arabicPeriod"/>
            </a:pPr>
            <a:r>
              <a:rPr lang="en-US" dirty="0"/>
              <a:t>COPY the </a:t>
            </a:r>
            <a:r>
              <a:rPr lang="en-US" dirty="0" err="1"/>
              <a:t>vpcb</a:t>
            </a:r>
            <a:r>
              <a:rPr lang="en-US" dirty="0"/>
              <a:t>-config file created in step #1 to this directory then do the following:</a:t>
            </a:r>
          </a:p>
          <a:p>
            <a:pPr lvl="1"/>
            <a:r>
              <a:rPr lang="en-US" dirty="0"/>
              <a:t>TYPE: ./AWSVPCB.CONFIGURE # If you have multiple course, then you will be asked to choose one</a:t>
            </a:r>
          </a:p>
          <a:p>
            <a:pPr lvl="1"/>
            <a:r>
              <a:rPr lang="en-US" dirty="0"/>
              <a:t>TYPE: ./AWSVPCB.VPC.CREATE # Up to this point there are no cost implications to what's been done</a:t>
            </a:r>
          </a:p>
          <a:p>
            <a:pPr lvl="1"/>
            <a:r>
              <a:rPr lang="en-US" dirty="0"/>
              <a:t>TYPE: ./AWSVPCB.ASSIGNMENT.CREATE 2 # Answer “y” at the prompt - NOTE: costs start here, but it's negligible for a few hours.</a:t>
            </a:r>
          </a:p>
          <a:p>
            <a:r>
              <a:rPr lang="en-US" b="1" dirty="0"/>
              <a:t>AT THIS POINT YOU HAVE CREATED A FULL AWS ENVIRONMENT WITH EC2 INSTANCES, SUBNETS, ROUTE TABLES, LOAD BALANCERS, A DATABASE, ETC. FEEL FREE TO PERUSE IT FROM THE AWS CONSOLE. IF YOU WISH TO LOG INTO YOUR VPC AND TEST AN APPLICATION, YOU CAN DO THE BELOW. IF NOT SKIP TO STEP 15.</a:t>
            </a:r>
          </a:p>
        </p:txBody>
      </p:sp>
    </p:spTree>
    <p:extLst>
      <p:ext uri="{BB962C8B-B14F-4D97-AF65-F5344CB8AC3E}">
        <p14:creationId xmlns:p14="http://schemas.microsoft.com/office/powerpoint/2010/main" val="4186956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10B2F-12FD-E7CC-BFEC-6ECE995FA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91456-C17A-800C-829A-A77DB2B3D8F1}"/>
              </a:ext>
            </a:extLst>
          </p:cNvPr>
          <p:cNvSpPr>
            <a:spLocks noGrp="1"/>
          </p:cNvSpPr>
          <p:nvPr>
            <p:ph type="title"/>
          </p:nvPr>
        </p:nvSpPr>
        <p:spPr>
          <a:xfrm>
            <a:off x="564599" y="133611"/>
            <a:ext cx="8596668" cy="780789"/>
          </a:xfrm>
        </p:spPr>
        <p:txBody>
          <a:bodyPr>
            <a:normAutofit/>
          </a:bodyPr>
          <a:lstStyle/>
          <a:p>
            <a:r>
              <a:rPr lang="en-US" dirty="0"/>
              <a:t>AWSVPCB – How to start quickly #2</a:t>
            </a:r>
          </a:p>
        </p:txBody>
      </p:sp>
      <p:sp>
        <p:nvSpPr>
          <p:cNvPr id="3" name="Content Placeholder 2">
            <a:extLst>
              <a:ext uri="{FF2B5EF4-FFF2-40B4-BE49-F238E27FC236}">
                <a16:creationId xmlns:a16="http://schemas.microsoft.com/office/drawing/2014/main" id="{BADA680E-EFBF-4963-6AB7-124B49889D1A}"/>
              </a:ext>
            </a:extLst>
          </p:cNvPr>
          <p:cNvSpPr>
            <a:spLocks noGrp="1"/>
          </p:cNvSpPr>
          <p:nvPr>
            <p:ph idx="1"/>
          </p:nvPr>
        </p:nvSpPr>
        <p:spPr>
          <a:xfrm>
            <a:off x="564599" y="914399"/>
            <a:ext cx="9330028" cy="5809990"/>
          </a:xfrm>
        </p:spPr>
        <p:txBody>
          <a:bodyPr>
            <a:normAutofit fontScale="85000" lnSpcReduction="20000"/>
          </a:bodyPr>
          <a:lstStyle/>
          <a:p>
            <a:pPr>
              <a:buFont typeface="+mj-lt"/>
              <a:buAutoNum type="arabicPeriod" startAt="4"/>
            </a:pPr>
            <a:r>
              <a:rPr lang="en-US" dirty="0"/>
              <a:t>Log into the AWS console. Place your cursor on the “Search” box and type: ec2</a:t>
            </a:r>
          </a:p>
          <a:p>
            <a:pPr>
              <a:buFont typeface="+mj-lt"/>
              <a:buAutoNum type="arabicPeriod" startAt="4"/>
            </a:pPr>
            <a:r>
              <a:rPr lang="en-US" dirty="0"/>
              <a:t>Click on the “EC2” selection in the drop down. Scroll down on the left-side pane until you see “Security Groups” and click on it.</a:t>
            </a:r>
          </a:p>
          <a:p>
            <a:pPr>
              <a:buFont typeface="+mj-lt"/>
              <a:buAutoNum type="arabicPeriod" startAt="4"/>
            </a:pPr>
            <a:r>
              <a:rPr lang="en-US" dirty="0"/>
              <a:t>Click on the checkbox next to the “AWS-VPCB-PUBLIC” security group. When you do, the bottom portion of the screen will populate. Click on “inbound rules” and then on the “Edit inbound rules” button.</a:t>
            </a:r>
          </a:p>
          <a:p>
            <a:pPr>
              <a:buFont typeface="+mj-lt"/>
              <a:buAutoNum type="arabicPeriod" startAt="4"/>
            </a:pPr>
            <a:r>
              <a:rPr lang="en-US" dirty="0"/>
              <a:t>You should be presented with the below screen. Click on the “Add rule” button. Then, click on the “Custom TCP” button and type RDP to select it. Then, click on the “Custom” button and select “My IP” from the drop-down menu. Finally, click on the “Save rules” button.</a:t>
            </a:r>
          </a:p>
          <a:p>
            <a:pPr>
              <a:buFont typeface="+mj-lt"/>
              <a:buAutoNum type="arabicPeriod" startAt="4"/>
            </a:pPr>
            <a:r>
              <a:rPr lang="en-US" dirty="0"/>
              <a:t>Scroll up on the left-side pane until you see “Instances” and click on it. Then click on the checkbox next to “AWS-VPCB-BASTION”. This will populate the bottom part of the page with the details about this server. Click on the boxes under “Public IPv4 DNS” to copy the public name of the server.</a:t>
            </a:r>
          </a:p>
          <a:p>
            <a:pPr>
              <a:buFont typeface="+mj-lt"/>
              <a:buAutoNum type="arabicPeriod" startAt="4"/>
            </a:pPr>
            <a:r>
              <a:rPr lang="en-US" dirty="0"/>
              <a:t>Open a Remote Desktop Tool</a:t>
            </a:r>
          </a:p>
          <a:p>
            <a:pPr lvl="1"/>
            <a:r>
              <a:rPr lang="en-US" dirty="0"/>
              <a:t>ON MAC - Download Microsoft Remote Desktop 10 or higher from the MAC App Store and install. </a:t>
            </a:r>
          </a:p>
          <a:p>
            <a:pPr lvl="1"/>
            <a:r>
              <a:rPr lang="en-US" dirty="0"/>
              <a:t>ON WINDOWS – There are several Remote Desktop options, but “Remote Desktop Connection” comes pre-installed on all Windows machines. You simply need to “</a:t>
            </a:r>
            <a:r>
              <a:rPr lang="en-US" dirty="0" err="1"/>
              <a:t>rdp</a:t>
            </a:r>
            <a:r>
              <a:rPr lang="en-US" dirty="0"/>
              <a:t>” on the Windows search bar. However, you will need to constantly re-enter your credentials each time you connect.</a:t>
            </a:r>
          </a:p>
          <a:p>
            <a:pPr>
              <a:buFont typeface="+mj-lt"/>
              <a:buAutoNum type="arabicPeriod" startAt="10"/>
            </a:pPr>
            <a:r>
              <a:rPr lang="en-US" dirty="0"/>
              <a:t>Now, let’s connect to your Bastion host! Within RDP, click on “Show options” to expand the window. Paste in the DNS name you just copied in the “Computer” field. Type “administrator” in the “User name” field. Finally, click on the “Connect” button.</a:t>
            </a:r>
          </a:p>
          <a:p>
            <a:pPr>
              <a:buFont typeface="+mj-lt"/>
              <a:buAutoNum type="arabicPeriod" startAt="10"/>
            </a:pPr>
            <a:r>
              <a:rPr lang="en-US" dirty="0"/>
              <a:t>You may be asked “Do you trust this remote connection?”. Simply click “Connect” again.</a:t>
            </a:r>
          </a:p>
          <a:p>
            <a:pPr>
              <a:buFont typeface="+mj-lt"/>
              <a:buAutoNum type="arabicPeriod" startAt="10"/>
            </a:pPr>
            <a:r>
              <a:rPr lang="en-US" dirty="0"/>
              <a:t>You should then be prompted for the password. Copy and paste the following as the password: </a:t>
            </a:r>
            <a:r>
              <a:rPr lang="en-US" dirty="0" err="1"/>
              <a:t>P@oDxV</a:t>
            </a:r>
            <a:r>
              <a:rPr lang="en-US" dirty="0"/>
              <a:t>)4-nPUfp$Ar?V@N9Lpjbsnp@W!</a:t>
            </a:r>
          </a:p>
        </p:txBody>
      </p:sp>
    </p:spTree>
    <p:extLst>
      <p:ext uri="{BB962C8B-B14F-4D97-AF65-F5344CB8AC3E}">
        <p14:creationId xmlns:p14="http://schemas.microsoft.com/office/powerpoint/2010/main" val="4679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592EE-26FC-833A-D3B2-10441B05B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34B90-0590-AC71-A2CD-A6143F54EAA2}"/>
              </a:ext>
            </a:extLst>
          </p:cNvPr>
          <p:cNvSpPr>
            <a:spLocks noGrp="1"/>
          </p:cNvSpPr>
          <p:nvPr>
            <p:ph type="title"/>
          </p:nvPr>
        </p:nvSpPr>
        <p:spPr>
          <a:xfrm>
            <a:off x="564599" y="133611"/>
            <a:ext cx="8596668" cy="780789"/>
          </a:xfrm>
        </p:spPr>
        <p:txBody>
          <a:bodyPr>
            <a:normAutofit/>
          </a:bodyPr>
          <a:lstStyle/>
          <a:p>
            <a:r>
              <a:rPr lang="en-US" dirty="0"/>
              <a:t>AWSVPCB – How to start quickly #3</a:t>
            </a:r>
          </a:p>
        </p:txBody>
      </p:sp>
      <p:sp>
        <p:nvSpPr>
          <p:cNvPr id="3" name="Content Placeholder 2">
            <a:extLst>
              <a:ext uri="{FF2B5EF4-FFF2-40B4-BE49-F238E27FC236}">
                <a16:creationId xmlns:a16="http://schemas.microsoft.com/office/drawing/2014/main" id="{A12F41DA-744B-626F-B2FD-3C6C4DA5FDAA}"/>
              </a:ext>
            </a:extLst>
          </p:cNvPr>
          <p:cNvSpPr>
            <a:spLocks noGrp="1"/>
          </p:cNvSpPr>
          <p:nvPr>
            <p:ph idx="1"/>
          </p:nvPr>
        </p:nvSpPr>
        <p:spPr>
          <a:xfrm>
            <a:off x="564599" y="914399"/>
            <a:ext cx="9330028" cy="5809990"/>
          </a:xfrm>
        </p:spPr>
        <p:txBody>
          <a:bodyPr>
            <a:normAutofit/>
          </a:bodyPr>
          <a:lstStyle/>
          <a:p>
            <a:pPr>
              <a:buFont typeface="+mj-lt"/>
              <a:buAutoNum type="arabicPeriod" startAt="13"/>
            </a:pPr>
            <a:r>
              <a:rPr lang="en-US" dirty="0"/>
              <a:t>You will then be prompted again with something like “The identity of the remote computer cannot be verified. Do you want to connect anyway?”. Click “yes”. You are now logged into your Bastion host!</a:t>
            </a:r>
          </a:p>
          <a:p>
            <a:pPr>
              <a:buFont typeface="+mj-lt"/>
              <a:buAutoNum type="arabicPeriod" startAt="13"/>
            </a:pPr>
            <a:r>
              <a:rPr lang="en-US" dirty="0"/>
              <a:t>To test the applications associated to this particular assignment number, simply open a browser on your Bastion server and type </a:t>
            </a:r>
            <a:r>
              <a:rPr lang="en-US" u="sng" dirty="0">
                <a:hlinkClick r:id="rId2"/>
              </a:rPr>
              <a:t>HTTP://myfiu.awsvpcb.edu</a:t>
            </a:r>
            <a:endParaRPr lang="en-US" dirty="0"/>
          </a:p>
          <a:p>
            <a:pPr marL="0" indent="0">
              <a:buNone/>
            </a:pPr>
            <a:r>
              <a:rPr lang="en-US" b="1" dirty="0"/>
              <a:t>AT THIS POINT YOU ARE IN YOUR VPC AND LOOGED INTO A WINDOWS SERVER WITH MANY TOOLS PRE-INSTALLED. FEEL FREE TO LOOK AROUND.</a:t>
            </a:r>
          </a:p>
          <a:p>
            <a:pPr>
              <a:buFont typeface="+mj-lt"/>
              <a:buAutoNum type="arabicPeriod" startAt="15"/>
            </a:pPr>
            <a:r>
              <a:rPr lang="en-US" dirty="0"/>
              <a:t>Once you are done testing, you should destroy the assignment to avoid AWS costs. To do so, simply go back to the </a:t>
            </a:r>
            <a:r>
              <a:rPr lang="en-US" dirty="0" err="1"/>
              <a:t>awsvpcb</a:t>
            </a:r>
            <a:r>
              <a:rPr lang="en-US" dirty="0"/>
              <a:t>-scripts directory and run ./AWSVPCB.ASSIGNMNET.DESTROY.</a:t>
            </a:r>
          </a:p>
          <a:p>
            <a:pPr>
              <a:buFont typeface="+mj-lt"/>
              <a:buAutoNum type="arabicPeriod" startAt="15"/>
            </a:pPr>
            <a:r>
              <a:rPr lang="en-US" dirty="0"/>
              <a:t>You can experiment with other assignments and/or destroy it all whenever you wish.</a:t>
            </a:r>
          </a:p>
          <a:p>
            <a:pPr lvl="1"/>
            <a:r>
              <a:rPr lang="en-US" dirty="0"/>
              <a:t>NOTE: Assignment numbers beyond 3 have purposefully created errors and the applications (</a:t>
            </a:r>
            <a:r>
              <a:rPr lang="en-US" u="sng" dirty="0">
                <a:hlinkClick r:id="rId2"/>
              </a:rPr>
              <a:t>HTTP://myfiu.awsvpcb.edu</a:t>
            </a:r>
            <a:r>
              <a:rPr lang="en-US" dirty="0"/>
              <a:t> and </a:t>
            </a:r>
            <a:r>
              <a:rPr lang="en-US" u="sng" dirty="0">
                <a:hlinkClick r:id="rId3"/>
              </a:rPr>
              <a:t>HTTP://rainforest.awsvpcb.edu</a:t>
            </a:r>
            <a:r>
              <a:rPr lang="en-US" dirty="0"/>
              <a:t>) will not work as expected.</a:t>
            </a:r>
          </a:p>
        </p:txBody>
      </p:sp>
    </p:spTree>
    <p:extLst>
      <p:ext uri="{BB962C8B-B14F-4D97-AF65-F5344CB8AC3E}">
        <p14:creationId xmlns:p14="http://schemas.microsoft.com/office/powerpoint/2010/main" val="1090574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88E89-2FD5-4EE8-BBBA-AFBCAA8DF7C8}"/>
              </a:ext>
            </a:extLst>
          </p:cNvPr>
          <p:cNvSpPr>
            <a:spLocks noGrp="1"/>
          </p:cNvSpPr>
          <p:nvPr>
            <p:ph type="title"/>
          </p:nvPr>
        </p:nvSpPr>
        <p:spPr>
          <a:xfrm>
            <a:off x="564599" y="133611"/>
            <a:ext cx="8596668" cy="780789"/>
          </a:xfrm>
        </p:spPr>
        <p:txBody>
          <a:bodyPr>
            <a:normAutofit/>
          </a:bodyPr>
          <a:lstStyle/>
          <a:p>
            <a:r>
              <a:rPr lang="en-US" dirty="0"/>
              <a:t>Next Steps for your course</a:t>
            </a:r>
          </a:p>
        </p:txBody>
      </p:sp>
      <p:sp>
        <p:nvSpPr>
          <p:cNvPr id="3" name="Content Placeholder 2">
            <a:extLst>
              <a:ext uri="{FF2B5EF4-FFF2-40B4-BE49-F238E27FC236}">
                <a16:creationId xmlns:a16="http://schemas.microsoft.com/office/drawing/2014/main" id="{E5F1C779-691F-4DE3-878B-A04823B1934E}"/>
              </a:ext>
            </a:extLst>
          </p:cNvPr>
          <p:cNvSpPr>
            <a:spLocks noGrp="1"/>
          </p:cNvSpPr>
          <p:nvPr>
            <p:ph idx="1"/>
          </p:nvPr>
        </p:nvSpPr>
        <p:spPr>
          <a:xfrm>
            <a:off x="564599" y="914399"/>
            <a:ext cx="9401036" cy="5943601"/>
          </a:xfrm>
        </p:spPr>
        <p:txBody>
          <a:bodyPr>
            <a:normAutofit fontScale="92500" lnSpcReduction="20000"/>
          </a:bodyPr>
          <a:lstStyle/>
          <a:p>
            <a:pPr marL="0" indent="0">
              <a:lnSpc>
                <a:spcPct val="120000"/>
              </a:lnSpc>
              <a:spcBef>
                <a:spcPts val="0"/>
              </a:spcBef>
              <a:buNone/>
            </a:pPr>
            <a:r>
              <a:rPr lang="en-US" b="1" u="sng" dirty="0"/>
              <a:t>MAP OUT TARGET ENVIRONMENT</a:t>
            </a:r>
          </a:p>
          <a:p>
            <a:pPr>
              <a:lnSpc>
                <a:spcPct val="120000"/>
              </a:lnSpc>
              <a:spcBef>
                <a:spcPts val="0"/>
              </a:spcBef>
            </a:pPr>
            <a:r>
              <a:rPr lang="en-US" dirty="0"/>
              <a:t>What AMIs do you plan to use? Are the default AMIs provided sufficient, or do you want to take those and create custom AMIs?</a:t>
            </a:r>
          </a:p>
          <a:p>
            <a:pPr>
              <a:lnSpc>
                <a:spcPct val="120000"/>
              </a:lnSpc>
              <a:spcBef>
                <a:spcPts val="0"/>
              </a:spcBef>
            </a:pPr>
            <a:r>
              <a:rPr lang="en-US" dirty="0"/>
              <a:t>What applications will the students be testing? Are the default rainforest and </a:t>
            </a:r>
            <a:r>
              <a:rPr lang="en-US" dirty="0" err="1"/>
              <a:t>myfiu</a:t>
            </a:r>
            <a:r>
              <a:rPr lang="en-US" dirty="0"/>
              <a:t> applications sufficient or do I want to build/use others?</a:t>
            </a:r>
          </a:p>
          <a:p>
            <a:pPr>
              <a:lnSpc>
                <a:spcPct val="120000"/>
              </a:lnSpc>
              <a:spcBef>
                <a:spcPts val="0"/>
              </a:spcBef>
            </a:pPr>
            <a:r>
              <a:rPr lang="en-US" dirty="0"/>
              <a:t>What do you want your VPC to look like (IP range, subnets, possible instances, possible ELBs)?  Is the default sufficient?</a:t>
            </a:r>
          </a:p>
          <a:p>
            <a:pPr>
              <a:lnSpc>
                <a:spcPct val="120000"/>
              </a:lnSpc>
              <a:spcBef>
                <a:spcPts val="0"/>
              </a:spcBef>
            </a:pPr>
            <a:r>
              <a:rPr lang="en-US" dirty="0"/>
              <a:t>What do you want your assignments to look like (instances, firewall rules, DNS entries, ELBs)?  Are the default assignments sufficient?</a:t>
            </a:r>
          </a:p>
          <a:p>
            <a:pPr>
              <a:lnSpc>
                <a:spcPct val="120000"/>
              </a:lnSpc>
              <a:spcBef>
                <a:spcPts val="0"/>
              </a:spcBef>
            </a:pPr>
            <a:r>
              <a:rPr lang="en-US" dirty="0"/>
              <a:t>What do you want your assignments to do (e.g. setup a security vulnerability or break the environment in some way)?</a:t>
            </a:r>
          </a:p>
          <a:p>
            <a:pPr>
              <a:lnSpc>
                <a:spcPct val="120000"/>
              </a:lnSpc>
              <a:spcBef>
                <a:spcPts val="0"/>
              </a:spcBef>
            </a:pPr>
            <a:r>
              <a:rPr lang="en-US" dirty="0"/>
              <a:t>Use default awsvpcb.edu domain OR create your own domain and provide the following:</a:t>
            </a:r>
          </a:p>
          <a:p>
            <a:pPr lvl="1">
              <a:buFont typeface="Wingdings" panose="05000000000000000000" pitchFamily="2" charset="2"/>
              <a:buChar char="q"/>
            </a:pPr>
            <a:r>
              <a:rPr lang="en-US" dirty="0"/>
              <a:t>Public CA cert for import into student client machines or use public CA (e.g., </a:t>
            </a:r>
            <a:r>
              <a:rPr lang="en-US" dirty="0" err="1"/>
              <a:t>Sectigo</a:t>
            </a:r>
            <a:r>
              <a:rPr lang="en-US" dirty="0"/>
              <a:t>)</a:t>
            </a:r>
          </a:p>
          <a:p>
            <a:pPr lvl="1">
              <a:buFont typeface="Wingdings" panose="05000000000000000000" pitchFamily="2" charset="2"/>
              <a:buChar char="q"/>
            </a:pPr>
            <a:r>
              <a:rPr lang="en-US" dirty="0"/>
              <a:t>Client &amp; Server VPN certs (if using VPN – not recommended) and private keys</a:t>
            </a:r>
          </a:p>
          <a:p>
            <a:pPr lvl="1">
              <a:buFont typeface="Wingdings" panose="05000000000000000000" pitchFamily="2" charset="2"/>
              <a:buChar char="q"/>
            </a:pPr>
            <a:r>
              <a:rPr lang="en-US" dirty="0"/>
              <a:t>ELB certs and private keys</a:t>
            </a:r>
          </a:p>
          <a:p>
            <a:r>
              <a:rPr lang="en-US" dirty="0"/>
              <a:t>Use pre-defined VPC and assignment AWSVPCB </a:t>
            </a:r>
            <a:r>
              <a:rPr lang="en-US" dirty="0" err="1"/>
              <a:t>json</a:t>
            </a:r>
            <a:r>
              <a:rPr lang="en-US" dirty="0"/>
              <a:t> files OR create your own</a:t>
            </a:r>
          </a:p>
          <a:p>
            <a:r>
              <a:rPr lang="en-US" dirty="0"/>
              <a:t>Use the AWS Academy Learner Lab for the students (recommended) OR each student needs to create AWS account (with credit card) and install the AWS CLI; the </a:t>
            </a:r>
            <a:r>
              <a:rPr lang="en-US" dirty="0" err="1"/>
              <a:t>awsvpcb</a:t>
            </a:r>
            <a:r>
              <a:rPr lang="en-US" dirty="0"/>
              <a:t>-student-setup script with the following instructions (</a:t>
            </a:r>
            <a:r>
              <a:rPr lang="en-US" dirty="0">
                <a:hlinkClick r:id="rId2"/>
              </a:rPr>
              <a:t>https://github.com/clouducate/awsvpcb/raw/refs/heads/main/awsvpcb-student-setup%20instructions.docx</a:t>
            </a:r>
            <a:r>
              <a:rPr lang="en-US" dirty="0"/>
              <a:t> ) can also be provided.</a:t>
            </a:r>
          </a:p>
        </p:txBody>
      </p:sp>
    </p:spTree>
    <p:extLst>
      <p:ext uri="{BB962C8B-B14F-4D97-AF65-F5344CB8AC3E}">
        <p14:creationId xmlns:p14="http://schemas.microsoft.com/office/powerpoint/2010/main" val="577690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6962F-2B6F-F0BB-D06F-DBB55A55669E}"/>
              </a:ext>
            </a:extLst>
          </p:cNvPr>
          <p:cNvSpPr>
            <a:spLocks noGrp="1"/>
          </p:cNvSpPr>
          <p:nvPr>
            <p:ph type="title"/>
          </p:nvPr>
        </p:nvSpPr>
        <p:spPr>
          <a:xfrm>
            <a:off x="723716" y="1845364"/>
            <a:ext cx="8596668" cy="3167271"/>
          </a:xfrm>
        </p:spPr>
        <p:txBody>
          <a:bodyPr>
            <a:normAutofit fontScale="90000"/>
          </a:bodyPr>
          <a:lstStyle/>
          <a:p>
            <a:pPr algn="ctr"/>
            <a:r>
              <a:rPr lang="en-US" sz="4400" b="1" dirty="0"/>
              <a:t>Appendix</a:t>
            </a:r>
            <a:br>
              <a:rPr lang="en-US" dirty="0"/>
            </a:br>
            <a:br>
              <a:rPr lang="en-US" dirty="0"/>
            </a:br>
            <a:r>
              <a:rPr lang="en-US" dirty="0"/>
              <a:t>Older features (e.g., VPN, Havoc Circus Windows Service, </a:t>
            </a:r>
            <a:r>
              <a:rPr lang="en-US" dirty="0" err="1"/>
              <a:t>Cloudwatch</a:t>
            </a:r>
            <a:r>
              <a:rPr lang="en-US" dirty="0"/>
              <a:t> Logging) that are still supported, but not actively used</a:t>
            </a:r>
          </a:p>
        </p:txBody>
      </p:sp>
    </p:spTree>
    <p:extLst>
      <p:ext uri="{BB962C8B-B14F-4D97-AF65-F5344CB8AC3E}">
        <p14:creationId xmlns:p14="http://schemas.microsoft.com/office/powerpoint/2010/main" val="3071367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3840"/>
            <a:ext cx="8596668" cy="783102"/>
          </a:xfrm>
        </p:spPr>
        <p:txBody>
          <a:bodyPr>
            <a:normAutofit/>
          </a:bodyPr>
          <a:lstStyle/>
          <a:p>
            <a:r>
              <a:rPr lang="en-US" dirty="0"/>
              <a:t>AWSVPCB Legacy Config (vpc1)</a:t>
            </a:r>
          </a:p>
        </p:txBody>
      </p:sp>
      <p:grpSp>
        <p:nvGrpSpPr>
          <p:cNvPr id="7" name="Group 6">
            <a:extLst>
              <a:ext uri="{FF2B5EF4-FFF2-40B4-BE49-F238E27FC236}">
                <a16:creationId xmlns:a16="http://schemas.microsoft.com/office/drawing/2014/main" id="{7BF11E35-608E-47A6-A489-A69586AA3418}"/>
              </a:ext>
            </a:extLst>
          </p:cNvPr>
          <p:cNvGrpSpPr/>
          <p:nvPr/>
        </p:nvGrpSpPr>
        <p:grpSpPr>
          <a:xfrm>
            <a:off x="74872" y="2505992"/>
            <a:ext cx="1553805" cy="1289184"/>
            <a:chOff x="787790" y="2139816"/>
            <a:chExt cx="1553805" cy="1289184"/>
          </a:xfrm>
        </p:grpSpPr>
        <p:sp>
          <p:nvSpPr>
            <p:cNvPr id="8" name="Rectangle 7">
              <a:extLst>
                <a:ext uri="{FF2B5EF4-FFF2-40B4-BE49-F238E27FC236}">
                  <a16:creationId xmlns:a16="http://schemas.microsoft.com/office/drawing/2014/main" id="{4C552654-A483-4291-82E3-79998C37085C}"/>
                </a:ext>
              </a:extLst>
            </p:cNvPr>
            <p:cNvSpPr/>
            <p:nvPr/>
          </p:nvSpPr>
          <p:spPr>
            <a:xfrm>
              <a:off x="787790" y="2139816"/>
              <a:ext cx="1553805" cy="12891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mage result for PC icon">
              <a:extLst>
                <a:ext uri="{FF2B5EF4-FFF2-40B4-BE49-F238E27FC236}">
                  <a16:creationId xmlns:a16="http://schemas.microsoft.com/office/drawing/2014/main" id="{1EE558D6-3534-4E9B-AC11-6571E77A7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652" y="2296612"/>
              <a:ext cx="1059931" cy="103585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63940DC-7184-4780-BE29-19E200F9F2AE}"/>
                </a:ext>
              </a:extLst>
            </p:cNvPr>
            <p:cNvSpPr txBox="1"/>
            <p:nvPr/>
          </p:nvSpPr>
          <p:spPr>
            <a:xfrm>
              <a:off x="1193574" y="2165538"/>
              <a:ext cx="913800" cy="261610"/>
            </a:xfrm>
            <a:prstGeom prst="rect">
              <a:avLst/>
            </a:prstGeom>
            <a:noFill/>
          </p:spPr>
          <p:txBody>
            <a:bodyPr wrap="square" rtlCol="0">
              <a:spAutoFit/>
            </a:bodyPr>
            <a:lstStyle/>
            <a:p>
              <a:r>
                <a:rPr lang="en-US" sz="1100" dirty="0"/>
                <a:t>Home PC</a:t>
              </a:r>
            </a:p>
          </p:txBody>
        </p:sp>
        <p:pic>
          <p:nvPicPr>
            <p:cNvPr id="11" name="Picture 4" descr="Image result for browser icon">
              <a:extLst>
                <a:ext uri="{FF2B5EF4-FFF2-40B4-BE49-F238E27FC236}">
                  <a16:creationId xmlns:a16="http://schemas.microsoft.com/office/drawing/2014/main" id="{03D6E776-8806-4F9B-859C-0D42B5A1EF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2236" y="2591231"/>
              <a:ext cx="288238" cy="28823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 name="Group 23">
            <a:extLst>
              <a:ext uri="{FF2B5EF4-FFF2-40B4-BE49-F238E27FC236}">
                <a16:creationId xmlns:a16="http://schemas.microsoft.com/office/drawing/2014/main" id="{68AA7EFB-5286-4B44-A5DF-66E58C240F9E}"/>
              </a:ext>
            </a:extLst>
          </p:cNvPr>
          <p:cNvGrpSpPr/>
          <p:nvPr/>
        </p:nvGrpSpPr>
        <p:grpSpPr>
          <a:xfrm>
            <a:off x="1619014" y="2538203"/>
            <a:ext cx="1171011" cy="1172651"/>
            <a:chOff x="10106948" y="1316987"/>
            <a:chExt cx="755165" cy="790283"/>
          </a:xfrm>
        </p:grpSpPr>
        <p:pic>
          <p:nvPicPr>
            <p:cNvPr id="25" name="Picture 6" descr="Image result for network cloud icon">
              <a:extLst>
                <a:ext uri="{FF2B5EF4-FFF2-40B4-BE49-F238E27FC236}">
                  <a16:creationId xmlns:a16="http://schemas.microsoft.com/office/drawing/2014/main" id="{6832F379-9112-4E6E-9A2B-5F8782DAE4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06948" y="1352105"/>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7418A799-91C4-48B5-B6E5-E8136ED78239}"/>
                </a:ext>
              </a:extLst>
            </p:cNvPr>
            <p:cNvSpPr txBox="1"/>
            <p:nvPr/>
          </p:nvSpPr>
          <p:spPr>
            <a:xfrm>
              <a:off x="10204131" y="1316987"/>
              <a:ext cx="547723" cy="207420"/>
            </a:xfrm>
            <a:prstGeom prst="rect">
              <a:avLst/>
            </a:prstGeom>
            <a:noFill/>
          </p:spPr>
          <p:txBody>
            <a:bodyPr wrap="square" rtlCol="0">
              <a:spAutoFit/>
            </a:bodyPr>
            <a:lstStyle/>
            <a:p>
              <a:r>
                <a:rPr lang="en-US" sz="1400" dirty="0"/>
                <a:t>Internet</a:t>
              </a:r>
              <a:endParaRPr lang="en-US" sz="1200" dirty="0"/>
            </a:p>
          </p:txBody>
        </p:sp>
      </p:grpSp>
      <p:sp>
        <p:nvSpPr>
          <p:cNvPr id="31" name="Rectangle 30">
            <a:extLst>
              <a:ext uri="{FF2B5EF4-FFF2-40B4-BE49-F238E27FC236}">
                <a16:creationId xmlns:a16="http://schemas.microsoft.com/office/drawing/2014/main" id="{740BAE86-E5F8-446E-97B2-B42287C9EC28}"/>
              </a:ext>
            </a:extLst>
          </p:cNvPr>
          <p:cNvSpPr/>
          <p:nvPr/>
        </p:nvSpPr>
        <p:spPr>
          <a:xfrm>
            <a:off x="3056593" y="1744614"/>
            <a:ext cx="7537585" cy="39188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2" name="Group 31">
            <a:extLst>
              <a:ext uri="{FF2B5EF4-FFF2-40B4-BE49-F238E27FC236}">
                <a16:creationId xmlns:a16="http://schemas.microsoft.com/office/drawing/2014/main" id="{DB9369F2-AF03-405F-995E-E12EA8B67EEF}"/>
              </a:ext>
            </a:extLst>
          </p:cNvPr>
          <p:cNvGrpSpPr/>
          <p:nvPr/>
        </p:nvGrpSpPr>
        <p:grpSpPr>
          <a:xfrm>
            <a:off x="8407173" y="2163084"/>
            <a:ext cx="1345916" cy="1128639"/>
            <a:chOff x="11846763" y="4984309"/>
            <a:chExt cx="1345916" cy="1128639"/>
          </a:xfrm>
        </p:grpSpPr>
        <p:grpSp>
          <p:nvGrpSpPr>
            <p:cNvPr id="34" name="Group 33">
              <a:extLst>
                <a:ext uri="{FF2B5EF4-FFF2-40B4-BE49-F238E27FC236}">
                  <a16:creationId xmlns:a16="http://schemas.microsoft.com/office/drawing/2014/main" id="{BEB79C43-5B3A-4FC0-BCDE-79E1D7F1238B}"/>
                </a:ext>
              </a:extLst>
            </p:cNvPr>
            <p:cNvGrpSpPr/>
            <p:nvPr/>
          </p:nvGrpSpPr>
          <p:grpSpPr>
            <a:xfrm>
              <a:off x="11883142" y="4984309"/>
              <a:ext cx="950742" cy="950742"/>
              <a:chOff x="10762258" y="5321932"/>
              <a:chExt cx="950742" cy="950742"/>
            </a:xfrm>
          </p:grpSpPr>
          <p:pic>
            <p:nvPicPr>
              <p:cNvPr id="36" name="Picture 2" descr="Image result for server icon">
                <a:extLst>
                  <a:ext uri="{FF2B5EF4-FFF2-40B4-BE49-F238E27FC236}">
                    <a16:creationId xmlns:a16="http://schemas.microsoft.com/office/drawing/2014/main" id="{ECB8E7C8-E69B-4FEA-A2C3-664A946D50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62258" y="5321932"/>
                <a:ext cx="950742" cy="95074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80DC0971-C526-41BD-91C0-9307AD9FA93A}"/>
                  </a:ext>
                </a:extLst>
              </p:cNvPr>
              <p:cNvPicPr>
                <a:picLocks noChangeAspect="1"/>
              </p:cNvPicPr>
              <p:nvPr/>
            </p:nvPicPr>
            <p:blipFill>
              <a:blip r:embed="rId6"/>
              <a:stretch>
                <a:fillRect/>
              </a:stretch>
            </p:blipFill>
            <p:spPr>
              <a:xfrm flipH="1">
                <a:off x="10987928" y="5896361"/>
                <a:ext cx="249701" cy="249701"/>
              </a:xfrm>
              <a:prstGeom prst="rect">
                <a:avLst/>
              </a:prstGeom>
            </p:spPr>
          </p:pic>
        </p:grpSp>
        <p:sp>
          <p:nvSpPr>
            <p:cNvPr id="35" name="TextBox 34">
              <a:extLst>
                <a:ext uri="{FF2B5EF4-FFF2-40B4-BE49-F238E27FC236}">
                  <a16:creationId xmlns:a16="http://schemas.microsoft.com/office/drawing/2014/main" id="{2507F35B-7B23-4770-9E25-C7431EF68EAA}"/>
                </a:ext>
              </a:extLst>
            </p:cNvPr>
            <p:cNvSpPr txBox="1"/>
            <p:nvPr/>
          </p:nvSpPr>
          <p:spPr>
            <a:xfrm>
              <a:off x="11846763" y="5851338"/>
              <a:ext cx="1345916" cy="261610"/>
            </a:xfrm>
            <a:prstGeom prst="rect">
              <a:avLst/>
            </a:prstGeom>
            <a:noFill/>
          </p:spPr>
          <p:txBody>
            <a:bodyPr wrap="square" rtlCol="0">
              <a:spAutoFit/>
            </a:bodyPr>
            <a:lstStyle/>
            <a:p>
              <a:r>
                <a:rPr lang="en-US" sz="1100" dirty="0"/>
                <a:t>Database Servers</a:t>
              </a:r>
            </a:p>
          </p:txBody>
        </p:sp>
      </p:grpSp>
      <p:grpSp>
        <p:nvGrpSpPr>
          <p:cNvPr id="97" name="Group 96">
            <a:extLst>
              <a:ext uri="{FF2B5EF4-FFF2-40B4-BE49-F238E27FC236}">
                <a16:creationId xmlns:a16="http://schemas.microsoft.com/office/drawing/2014/main" id="{98746F49-BA59-4CBC-A253-AC00F24F70C0}"/>
              </a:ext>
            </a:extLst>
          </p:cNvPr>
          <p:cNvGrpSpPr/>
          <p:nvPr/>
        </p:nvGrpSpPr>
        <p:grpSpPr>
          <a:xfrm>
            <a:off x="6412778" y="2149302"/>
            <a:ext cx="1433265" cy="1085577"/>
            <a:chOff x="6508147" y="1543619"/>
            <a:chExt cx="1433265" cy="1085577"/>
          </a:xfrm>
        </p:grpSpPr>
        <p:pic>
          <p:nvPicPr>
            <p:cNvPr id="38" name="Picture 6" descr="Image result for web server icon">
              <a:extLst>
                <a:ext uri="{FF2B5EF4-FFF2-40B4-BE49-F238E27FC236}">
                  <a16:creationId xmlns:a16="http://schemas.microsoft.com/office/drawing/2014/main" id="{F00472E4-DBCF-465A-8057-957A17DD62D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92046" y="1790178"/>
              <a:ext cx="699182" cy="839018"/>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93F1F906-7CDD-4AA8-AD48-0FE4CF0F1E15}"/>
                </a:ext>
              </a:extLst>
            </p:cNvPr>
            <p:cNvSpPr txBox="1"/>
            <p:nvPr/>
          </p:nvSpPr>
          <p:spPr>
            <a:xfrm>
              <a:off x="6508147" y="1543619"/>
              <a:ext cx="1433265" cy="261610"/>
            </a:xfrm>
            <a:prstGeom prst="rect">
              <a:avLst/>
            </a:prstGeom>
            <a:noFill/>
          </p:spPr>
          <p:txBody>
            <a:bodyPr wrap="square" rtlCol="0">
              <a:spAutoFit/>
            </a:bodyPr>
            <a:lstStyle/>
            <a:p>
              <a:r>
                <a:rPr lang="en-US" sz="1100" dirty="0"/>
                <a:t>Web Servers</a:t>
              </a:r>
            </a:p>
          </p:txBody>
        </p:sp>
      </p:grpSp>
      <p:sp>
        <p:nvSpPr>
          <p:cNvPr id="60" name="TextBox 59">
            <a:extLst>
              <a:ext uri="{FF2B5EF4-FFF2-40B4-BE49-F238E27FC236}">
                <a16:creationId xmlns:a16="http://schemas.microsoft.com/office/drawing/2014/main" id="{D11F047F-B6B2-404D-8604-0E4FF0EFDC95}"/>
              </a:ext>
            </a:extLst>
          </p:cNvPr>
          <p:cNvSpPr txBox="1"/>
          <p:nvPr/>
        </p:nvSpPr>
        <p:spPr>
          <a:xfrm>
            <a:off x="10014141" y="1754583"/>
            <a:ext cx="840391" cy="369332"/>
          </a:xfrm>
          <a:prstGeom prst="rect">
            <a:avLst/>
          </a:prstGeom>
          <a:noFill/>
        </p:spPr>
        <p:txBody>
          <a:bodyPr wrap="square" rtlCol="0">
            <a:spAutoFit/>
          </a:bodyPr>
          <a:lstStyle/>
          <a:p>
            <a:r>
              <a:rPr lang="en-US" b="1" dirty="0"/>
              <a:t>VPC</a:t>
            </a:r>
          </a:p>
        </p:txBody>
      </p:sp>
      <p:grpSp>
        <p:nvGrpSpPr>
          <p:cNvPr id="98" name="Group 97">
            <a:extLst>
              <a:ext uri="{FF2B5EF4-FFF2-40B4-BE49-F238E27FC236}">
                <a16:creationId xmlns:a16="http://schemas.microsoft.com/office/drawing/2014/main" id="{134C8911-6098-4AA4-BE9A-11230FCA10CE}"/>
              </a:ext>
            </a:extLst>
          </p:cNvPr>
          <p:cNvGrpSpPr/>
          <p:nvPr/>
        </p:nvGrpSpPr>
        <p:grpSpPr>
          <a:xfrm>
            <a:off x="6438813" y="4880562"/>
            <a:ext cx="1353638" cy="594744"/>
            <a:chOff x="6692046" y="5027832"/>
            <a:chExt cx="1353638" cy="594744"/>
          </a:xfrm>
        </p:grpSpPr>
        <p:pic>
          <p:nvPicPr>
            <p:cNvPr id="59" name="Picture 58">
              <a:extLst>
                <a:ext uri="{FF2B5EF4-FFF2-40B4-BE49-F238E27FC236}">
                  <a16:creationId xmlns:a16="http://schemas.microsoft.com/office/drawing/2014/main" id="{59826DDC-6DA4-4942-9945-83F67BCEFEF7}"/>
                </a:ext>
              </a:extLst>
            </p:cNvPr>
            <p:cNvPicPr>
              <a:picLocks noChangeAspect="1"/>
            </p:cNvPicPr>
            <p:nvPr/>
          </p:nvPicPr>
          <p:blipFill>
            <a:blip r:embed="rId8"/>
            <a:stretch>
              <a:fillRect/>
            </a:stretch>
          </p:blipFill>
          <p:spPr>
            <a:xfrm>
              <a:off x="6941437" y="5027832"/>
              <a:ext cx="755685" cy="413416"/>
            </a:xfrm>
            <a:prstGeom prst="rect">
              <a:avLst/>
            </a:prstGeom>
          </p:spPr>
        </p:pic>
        <p:sp>
          <p:nvSpPr>
            <p:cNvPr id="62" name="TextBox 61">
              <a:extLst>
                <a:ext uri="{FF2B5EF4-FFF2-40B4-BE49-F238E27FC236}">
                  <a16:creationId xmlns:a16="http://schemas.microsoft.com/office/drawing/2014/main" id="{C8D682A2-CA65-4A42-8227-0B4A31BD8027}"/>
                </a:ext>
              </a:extLst>
            </p:cNvPr>
            <p:cNvSpPr txBox="1"/>
            <p:nvPr/>
          </p:nvSpPr>
          <p:spPr>
            <a:xfrm>
              <a:off x="6692046" y="5360966"/>
              <a:ext cx="1353638" cy="261610"/>
            </a:xfrm>
            <a:prstGeom prst="rect">
              <a:avLst/>
            </a:prstGeom>
            <a:noFill/>
          </p:spPr>
          <p:txBody>
            <a:bodyPr wrap="square" rtlCol="0">
              <a:spAutoFit/>
            </a:bodyPr>
            <a:lstStyle/>
            <a:p>
              <a:r>
                <a:rPr lang="en-US" sz="1100" dirty="0"/>
                <a:t>EC2 NAT Instance</a:t>
              </a:r>
            </a:p>
          </p:txBody>
        </p:sp>
      </p:grpSp>
      <p:sp>
        <p:nvSpPr>
          <p:cNvPr id="84" name="Cylinder 83">
            <a:extLst>
              <a:ext uri="{FF2B5EF4-FFF2-40B4-BE49-F238E27FC236}">
                <a16:creationId xmlns:a16="http://schemas.microsoft.com/office/drawing/2014/main" id="{E931A462-B562-4487-AE6E-277FB0797293}"/>
              </a:ext>
            </a:extLst>
          </p:cNvPr>
          <p:cNvSpPr/>
          <p:nvPr/>
        </p:nvSpPr>
        <p:spPr>
          <a:xfrm rot="5400000">
            <a:off x="2035128" y="2386850"/>
            <a:ext cx="153595" cy="160726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a:extLst>
              <a:ext uri="{FF2B5EF4-FFF2-40B4-BE49-F238E27FC236}">
                <a16:creationId xmlns:a16="http://schemas.microsoft.com/office/drawing/2014/main" id="{F34AF7B9-524E-4033-9327-E1A7846152FA}"/>
              </a:ext>
            </a:extLst>
          </p:cNvPr>
          <p:cNvSpPr txBox="1"/>
          <p:nvPr/>
        </p:nvSpPr>
        <p:spPr>
          <a:xfrm>
            <a:off x="1744546" y="3064264"/>
            <a:ext cx="1171011" cy="285571"/>
          </a:xfrm>
          <a:prstGeom prst="rect">
            <a:avLst/>
          </a:prstGeom>
          <a:noFill/>
        </p:spPr>
        <p:txBody>
          <a:bodyPr wrap="square" rtlCol="0">
            <a:spAutoFit/>
          </a:bodyPr>
          <a:lstStyle/>
          <a:p>
            <a:r>
              <a:rPr lang="en-US" sz="1200" dirty="0"/>
              <a:t>VPN Tunnel</a:t>
            </a:r>
          </a:p>
        </p:txBody>
      </p:sp>
      <p:cxnSp>
        <p:nvCxnSpPr>
          <p:cNvPr id="29" name="Straight Arrow Connector 28">
            <a:extLst>
              <a:ext uri="{FF2B5EF4-FFF2-40B4-BE49-F238E27FC236}">
                <a16:creationId xmlns:a16="http://schemas.microsoft.com/office/drawing/2014/main" id="{B5C27E00-11F7-46C8-83B1-BE77235EC3E8}"/>
              </a:ext>
            </a:extLst>
          </p:cNvPr>
          <p:cNvCxnSpPr>
            <a:cxnSpLocks/>
            <a:stCxn id="9" idx="2"/>
          </p:cNvCxnSpPr>
          <p:nvPr/>
        </p:nvCxnSpPr>
        <p:spPr>
          <a:xfrm>
            <a:off x="731700" y="3698647"/>
            <a:ext cx="0" cy="627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CEBBD453-CEE3-4E81-B8A4-D7CBCA65E4F8}"/>
              </a:ext>
            </a:extLst>
          </p:cNvPr>
          <p:cNvSpPr txBox="1"/>
          <p:nvPr/>
        </p:nvSpPr>
        <p:spPr>
          <a:xfrm>
            <a:off x="14067" y="4307084"/>
            <a:ext cx="1643261" cy="1815882"/>
          </a:xfrm>
          <a:prstGeom prst="rect">
            <a:avLst/>
          </a:prstGeom>
          <a:solidFill>
            <a:schemeClr val="bg1"/>
          </a:solidFill>
          <a:ln>
            <a:solidFill>
              <a:schemeClr val="tx1"/>
            </a:solidFill>
          </a:ln>
        </p:spPr>
        <p:txBody>
          <a:bodyPr wrap="square" rtlCol="0">
            <a:spAutoFit/>
          </a:bodyPr>
          <a:lstStyle/>
          <a:p>
            <a:r>
              <a:rPr lang="en-US" sz="1400" b="1" u="sng" dirty="0"/>
              <a:t>Requirements:</a:t>
            </a:r>
          </a:p>
          <a:p>
            <a:pPr marL="285750" indent="-285750">
              <a:buFontTx/>
              <a:buChar char="-"/>
            </a:pPr>
            <a:r>
              <a:rPr lang="en-US" sz="1400" dirty="0"/>
              <a:t>OpenVPN SW</a:t>
            </a:r>
          </a:p>
          <a:p>
            <a:pPr marL="285750" indent="-285750">
              <a:buFontTx/>
              <a:buChar char="-"/>
            </a:pPr>
            <a:r>
              <a:rPr lang="en-US" sz="1400" dirty="0"/>
              <a:t>AWS Client VPN Endpoint config with client &amp; server certificates</a:t>
            </a:r>
          </a:p>
        </p:txBody>
      </p:sp>
      <p:sp>
        <p:nvSpPr>
          <p:cNvPr id="89" name="TextBox 88">
            <a:extLst>
              <a:ext uri="{FF2B5EF4-FFF2-40B4-BE49-F238E27FC236}">
                <a16:creationId xmlns:a16="http://schemas.microsoft.com/office/drawing/2014/main" id="{F5FDE40B-5AA6-433A-BCF8-003DBA52269C}"/>
              </a:ext>
            </a:extLst>
          </p:cNvPr>
          <p:cNvSpPr txBox="1"/>
          <p:nvPr/>
        </p:nvSpPr>
        <p:spPr>
          <a:xfrm>
            <a:off x="2960806" y="2895864"/>
            <a:ext cx="787567" cy="646331"/>
          </a:xfrm>
          <a:prstGeom prst="rect">
            <a:avLst/>
          </a:prstGeom>
          <a:solidFill>
            <a:schemeClr val="bg1"/>
          </a:solidFill>
          <a:ln>
            <a:solidFill>
              <a:schemeClr val="tx1"/>
            </a:solidFill>
          </a:ln>
        </p:spPr>
        <p:txBody>
          <a:bodyPr wrap="square" rtlCol="0">
            <a:spAutoFit/>
          </a:bodyPr>
          <a:lstStyle/>
          <a:p>
            <a:r>
              <a:rPr lang="en-US" sz="1200" dirty="0"/>
              <a:t>Client VPN Endpoint</a:t>
            </a:r>
          </a:p>
        </p:txBody>
      </p:sp>
      <p:sp>
        <p:nvSpPr>
          <p:cNvPr id="90" name="TextBox 89">
            <a:extLst>
              <a:ext uri="{FF2B5EF4-FFF2-40B4-BE49-F238E27FC236}">
                <a16:creationId xmlns:a16="http://schemas.microsoft.com/office/drawing/2014/main" id="{F9F65377-C4F4-4724-92DA-B4B1E1037145}"/>
              </a:ext>
            </a:extLst>
          </p:cNvPr>
          <p:cNvSpPr txBox="1"/>
          <p:nvPr/>
        </p:nvSpPr>
        <p:spPr>
          <a:xfrm>
            <a:off x="6173321" y="5538444"/>
            <a:ext cx="1912178" cy="276999"/>
          </a:xfrm>
          <a:prstGeom prst="rect">
            <a:avLst/>
          </a:prstGeom>
          <a:solidFill>
            <a:schemeClr val="bg1"/>
          </a:solidFill>
          <a:ln>
            <a:solidFill>
              <a:schemeClr val="tx1"/>
            </a:solidFill>
          </a:ln>
        </p:spPr>
        <p:txBody>
          <a:bodyPr wrap="square" rtlCol="0">
            <a:spAutoFit/>
          </a:bodyPr>
          <a:lstStyle/>
          <a:p>
            <a:r>
              <a:rPr lang="en-US" sz="1200" dirty="0"/>
              <a:t>AWS Internet Gateway</a:t>
            </a:r>
          </a:p>
        </p:txBody>
      </p:sp>
      <p:grpSp>
        <p:nvGrpSpPr>
          <p:cNvPr id="96" name="Group 95">
            <a:extLst>
              <a:ext uri="{FF2B5EF4-FFF2-40B4-BE49-F238E27FC236}">
                <a16:creationId xmlns:a16="http://schemas.microsoft.com/office/drawing/2014/main" id="{BAB164F0-3A32-4719-8C02-32C2C8602DBC}"/>
              </a:ext>
            </a:extLst>
          </p:cNvPr>
          <p:cNvGrpSpPr/>
          <p:nvPr/>
        </p:nvGrpSpPr>
        <p:grpSpPr>
          <a:xfrm>
            <a:off x="4387554" y="2327021"/>
            <a:ext cx="1019128" cy="840951"/>
            <a:chOff x="3930079" y="3138118"/>
            <a:chExt cx="1019128" cy="840951"/>
          </a:xfrm>
        </p:grpSpPr>
        <p:sp>
          <p:nvSpPr>
            <p:cNvPr id="41" name="TextBox 40">
              <a:extLst>
                <a:ext uri="{FF2B5EF4-FFF2-40B4-BE49-F238E27FC236}">
                  <a16:creationId xmlns:a16="http://schemas.microsoft.com/office/drawing/2014/main" id="{F90BD4B5-3867-4146-B3C3-AFC0E970BBA8}"/>
                </a:ext>
              </a:extLst>
            </p:cNvPr>
            <p:cNvSpPr txBox="1"/>
            <p:nvPr/>
          </p:nvSpPr>
          <p:spPr>
            <a:xfrm>
              <a:off x="3949626" y="3138118"/>
              <a:ext cx="999581" cy="276999"/>
            </a:xfrm>
            <a:prstGeom prst="rect">
              <a:avLst/>
            </a:prstGeom>
            <a:noFill/>
          </p:spPr>
          <p:txBody>
            <a:bodyPr wrap="square" rtlCol="0">
              <a:spAutoFit/>
            </a:bodyPr>
            <a:lstStyle/>
            <a:p>
              <a:r>
                <a:rPr lang="en-US" sz="1200" dirty="0"/>
                <a:t>AWS ELB</a:t>
              </a:r>
            </a:p>
          </p:txBody>
        </p:sp>
        <p:pic>
          <p:nvPicPr>
            <p:cNvPr id="92" name="Picture 91">
              <a:extLst>
                <a:ext uri="{FF2B5EF4-FFF2-40B4-BE49-F238E27FC236}">
                  <a16:creationId xmlns:a16="http://schemas.microsoft.com/office/drawing/2014/main" id="{237D3E73-70D0-4C6E-971B-02B5170ED579}"/>
                </a:ext>
              </a:extLst>
            </p:cNvPr>
            <p:cNvPicPr>
              <a:picLocks noChangeAspect="1"/>
            </p:cNvPicPr>
            <p:nvPr/>
          </p:nvPicPr>
          <p:blipFill>
            <a:blip r:embed="rId9"/>
            <a:stretch>
              <a:fillRect/>
            </a:stretch>
          </p:blipFill>
          <p:spPr>
            <a:xfrm>
              <a:off x="3930079" y="3350419"/>
              <a:ext cx="923925" cy="628650"/>
            </a:xfrm>
            <a:prstGeom prst="rect">
              <a:avLst/>
            </a:prstGeom>
          </p:spPr>
        </p:pic>
      </p:grpSp>
      <p:grpSp>
        <p:nvGrpSpPr>
          <p:cNvPr id="99" name="Group 98">
            <a:extLst>
              <a:ext uri="{FF2B5EF4-FFF2-40B4-BE49-F238E27FC236}">
                <a16:creationId xmlns:a16="http://schemas.microsoft.com/office/drawing/2014/main" id="{78909013-8393-42EE-A62D-644F661D3B2A}"/>
              </a:ext>
            </a:extLst>
          </p:cNvPr>
          <p:cNvGrpSpPr/>
          <p:nvPr/>
        </p:nvGrpSpPr>
        <p:grpSpPr>
          <a:xfrm>
            <a:off x="6543904" y="5815450"/>
            <a:ext cx="1171011" cy="1120542"/>
            <a:chOff x="10106948" y="1352105"/>
            <a:chExt cx="755165" cy="755165"/>
          </a:xfrm>
        </p:grpSpPr>
        <p:pic>
          <p:nvPicPr>
            <p:cNvPr id="100" name="Picture 6" descr="Image result for network cloud icon">
              <a:extLst>
                <a:ext uri="{FF2B5EF4-FFF2-40B4-BE49-F238E27FC236}">
                  <a16:creationId xmlns:a16="http://schemas.microsoft.com/office/drawing/2014/main" id="{CFCD5E99-B5CC-4D01-9D62-3C85C53B18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06948" y="1352105"/>
              <a:ext cx="755165" cy="755165"/>
            </a:xfrm>
            <a:prstGeom prst="rect">
              <a:avLst/>
            </a:prstGeom>
            <a:noFill/>
            <a:extLst>
              <a:ext uri="{909E8E84-426E-40DD-AFC4-6F175D3DCCD1}">
                <a14:hiddenFill xmlns:a14="http://schemas.microsoft.com/office/drawing/2010/main">
                  <a:solidFill>
                    <a:srgbClr val="FFFFFF"/>
                  </a:solidFill>
                </a14:hiddenFill>
              </a:ext>
            </a:extLst>
          </p:spPr>
        </p:pic>
        <p:sp>
          <p:nvSpPr>
            <p:cNvPr id="101" name="TextBox 100">
              <a:extLst>
                <a:ext uri="{FF2B5EF4-FFF2-40B4-BE49-F238E27FC236}">
                  <a16:creationId xmlns:a16="http://schemas.microsoft.com/office/drawing/2014/main" id="{BE587E06-C5C4-4FC7-B71B-CCFB010E88E3}"/>
                </a:ext>
              </a:extLst>
            </p:cNvPr>
            <p:cNvSpPr txBox="1"/>
            <p:nvPr/>
          </p:nvSpPr>
          <p:spPr>
            <a:xfrm>
              <a:off x="10223298" y="1694940"/>
              <a:ext cx="547723" cy="207420"/>
            </a:xfrm>
            <a:prstGeom prst="rect">
              <a:avLst/>
            </a:prstGeom>
            <a:noFill/>
          </p:spPr>
          <p:txBody>
            <a:bodyPr wrap="square" rtlCol="0">
              <a:spAutoFit/>
            </a:bodyPr>
            <a:lstStyle/>
            <a:p>
              <a:r>
                <a:rPr lang="en-US" sz="1400" dirty="0"/>
                <a:t>Internet</a:t>
              </a:r>
              <a:endParaRPr lang="en-US" sz="1200" dirty="0"/>
            </a:p>
          </p:txBody>
        </p:sp>
      </p:grpSp>
      <p:cxnSp>
        <p:nvCxnSpPr>
          <p:cNvPr id="102" name="Straight Arrow Connector 101">
            <a:extLst>
              <a:ext uri="{FF2B5EF4-FFF2-40B4-BE49-F238E27FC236}">
                <a16:creationId xmlns:a16="http://schemas.microsoft.com/office/drawing/2014/main" id="{3F94B6D9-CD8C-4127-9129-CCF4AD8125A6}"/>
              </a:ext>
            </a:extLst>
          </p:cNvPr>
          <p:cNvCxnSpPr>
            <a:cxnSpLocks/>
          </p:cNvCxnSpPr>
          <p:nvPr/>
        </p:nvCxnSpPr>
        <p:spPr>
          <a:xfrm>
            <a:off x="7141313" y="5815443"/>
            <a:ext cx="7679" cy="252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7" name="Picture 106">
            <a:extLst>
              <a:ext uri="{FF2B5EF4-FFF2-40B4-BE49-F238E27FC236}">
                <a16:creationId xmlns:a16="http://schemas.microsoft.com/office/drawing/2014/main" id="{75CB31EC-92ED-418E-92C7-BC44D6817956}"/>
              </a:ext>
            </a:extLst>
          </p:cNvPr>
          <p:cNvPicPr>
            <a:picLocks noChangeAspect="1"/>
          </p:cNvPicPr>
          <p:nvPr/>
        </p:nvPicPr>
        <p:blipFill>
          <a:blip r:embed="rId10"/>
          <a:stretch>
            <a:fillRect/>
          </a:stretch>
        </p:blipFill>
        <p:spPr>
          <a:xfrm>
            <a:off x="3968404" y="3901704"/>
            <a:ext cx="755859" cy="731178"/>
          </a:xfrm>
          <a:prstGeom prst="rect">
            <a:avLst/>
          </a:prstGeom>
        </p:spPr>
      </p:pic>
      <p:sp>
        <p:nvSpPr>
          <p:cNvPr id="108" name="TextBox 107">
            <a:extLst>
              <a:ext uri="{FF2B5EF4-FFF2-40B4-BE49-F238E27FC236}">
                <a16:creationId xmlns:a16="http://schemas.microsoft.com/office/drawing/2014/main" id="{A08F8212-13F1-49F6-A3C4-B7C5AA38BEF6}"/>
              </a:ext>
            </a:extLst>
          </p:cNvPr>
          <p:cNvSpPr txBox="1"/>
          <p:nvPr/>
        </p:nvSpPr>
        <p:spPr>
          <a:xfrm>
            <a:off x="3842808" y="4597418"/>
            <a:ext cx="1140416" cy="283144"/>
          </a:xfrm>
          <a:prstGeom prst="rect">
            <a:avLst/>
          </a:prstGeom>
          <a:noFill/>
        </p:spPr>
        <p:txBody>
          <a:bodyPr wrap="square" rtlCol="0">
            <a:spAutoFit/>
          </a:bodyPr>
          <a:lstStyle/>
          <a:p>
            <a:r>
              <a:rPr lang="en-US" sz="1200" dirty="0"/>
              <a:t>AWS Route 53</a:t>
            </a:r>
          </a:p>
        </p:txBody>
      </p:sp>
      <p:grpSp>
        <p:nvGrpSpPr>
          <p:cNvPr id="110" name="Group 109">
            <a:extLst>
              <a:ext uri="{FF2B5EF4-FFF2-40B4-BE49-F238E27FC236}">
                <a16:creationId xmlns:a16="http://schemas.microsoft.com/office/drawing/2014/main" id="{CAEDE5AF-776D-42B1-9736-CB16E48472DA}"/>
              </a:ext>
            </a:extLst>
          </p:cNvPr>
          <p:cNvGrpSpPr/>
          <p:nvPr/>
        </p:nvGrpSpPr>
        <p:grpSpPr>
          <a:xfrm>
            <a:off x="8179733" y="4340680"/>
            <a:ext cx="1620063" cy="857805"/>
            <a:chOff x="7334259" y="3986112"/>
            <a:chExt cx="1620063" cy="857805"/>
          </a:xfrm>
        </p:grpSpPr>
        <p:pic>
          <p:nvPicPr>
            <p:cNvPr id="105" name="Picture 104">
              <a:extLst>
                <a:ext uri="{FF2B5EF4-FFF2-40B4-BE49-F238E27FC236}">
                  <a16:creationId xmlns:a16="http://schemas.microsoft.com/office/drawing/2014/main" id="{BD0F32A5-9931-49B3-9EFD-040CA0406E5F}"/>
                </a:ext>
              </a:extLst>
            </p:cNvPr>
            <p:cNvPicPr>
              <a:picLocks noChangeAspect="1"/>
            </p:cNvPicPr>
            <p:nvPr/>
          </p:nvPicPr>
          <p:blipFill>
            <a:blip r:embed="rId11"/>
            <a:stretch>
              <a:fillRect/>
            </a:stretch>
          </p:blipFill>
          <p:spPr>
            <a:xfrm>
              <a:off x="7841358" y="3986112"/>
              <a:ext cx="565815" cy="575865"/>
            </a:xfrm>
            <a:prstGeom prst="rect">
              <a:avLst/>
            </a:prstGeom>
          </p:spPr>
        </p:pic>
        <p:sp>
          <p:nvSpPr>
            <p:cNvPr id="109" name="TextBox 108">
              <a:extLst>
                <a:ext uri="{FF2B5EF4-FFF2-40B4-BE49-F238E27FC236}">
                  <a16:creationId xmlns:a16="http://schemas.microsoft.com/office/drawing/2014/main" id="{2E801366-535B-4825-96AB-4DD71246AE0F}"/>
                </a:ext>
              </a:extLst>
            </p:cNvPr>
            <p:cNvSpPr txBox="1"/>
            <p:nvPr/>
          </p:nvSpPr>
          <p:spPr>
            <a:xfrm>
              <a:off x="7334259" y="4566918"/>
              <a:ext cx="1620063" cy="276999"/>
            </a:xfrm>
            <a:prstGeom prst="rect">
              <a:avLst/>
            </a:prstGeom>
            <a:noFill/>
          </p:spPr>
          <p:txBody>
            <a:bodyPr wrap="square" rtlCol="0">
              <a:spAutoFit/>
            </a:bodyPr>
            <a:lstStyle/>
            <a:p>
              <a:r>
                <a:rPr lang="en-US" sz="1200" dirty="0"/>
                <a:t>Public Routing Table</a:t>
              </a:r>
            </a:p>
          </p:txBody>
        </p:sp>
      </p:grpSp>
      <p:grpSp>
        <p:nvGrpSpPr>
          <p:cNvPr id="111" name="Group 110">
            <a:extLst>
              <a:ext uri="{FF2B5EF4-FFF2-40B4-BE49-F238E27FC236}">
                <a16:creationId xmlns:a16="http://schemas.microsoft.com/office/drawing/2014/main" id="{A07F737F-1C2D-4FF8-BE4A-AEB310C773E8}"/>
              </a:ext>
            </a:extLst>
          </p:cNvPr>
          <p:cNvGrpSpPr/>
          <p:nvPr/>
        </p:nvGrpSpPr>
        <p:grpSpPr>
          <a:xfrm>
            <a:off x="5914292" y="3729630"/>
            <a:ext cx="1620063" cy="857805"/>
            <a:chOff x="7334259" y="3986112"/>
            <a:chExt cx="1620063" cy="857805"/>
          </a:xfrm>
        </p:grpSpPr>
        <p:pic>
          <p:nvPicPr>
            <p:cNvPr id="112" name="Picture 111">
              <a:extLst>
                <a:ext uri="{FF2B5EF4-FFF2-40B4-BE49-F238E27FC236}">
                  <a16:creationId xmlns:a16="http://schemas.microsoft.com/office/drawing/2014/main" id="{1AE121E3-08D9-4D0F-8065-171FECEB8F25}"/>
                </a:ext>
              </a:extLst>
            </p:cNvPr>
            <p:cNvPicPr>
              <a:picLocks noChangeAspect="1"/>
            </p:cNvPicPr>
            <p:nvPr/>
          </p:nvPicPr>
          <p:blipFill>
            <a:blip r:embed="rId11"/>
            <a:stretch>
              <a:fillRect/>
            </a:stretch>
          </p:blipFill>
          <p:spPr>
            <a:xfrm>
              <a:off x="7841358" y="3986112"/>
              <a:ext cx="565815" cy="575865"/>
            </a:xfrm>
            <a:prstGeom prst="rect">
              <a:avLst/>
            </a:prstGeom>
          </p:spPr>
        </p:pic>
        <p:sp>
          <p:nvSpPr>
            <p:cNvPr id="113" name="TextBox 112">
              <a:extLst>
                <a:ext uri="{FF2B5EF4-FFF2-40B4-BE49-F238E27FC236}">
                  <a16:creationId xmlns:a16="http://schemas.microsoft.com/office/drawing/2014/main" id="{DB29E223-32B5-4FA8-A387-E14B7CF8D6EC}"/>
                </a:ext>
              </a:extLst>
            </p:cNvPr>
            <p:cNvSpPr txBox="1"/>
            <p:nvPr/>
          </p:nvSpPr>
          <p:spPr>
            <a:xfrm>
              <a:off x="7334259" y="4566918"/>
              <a:ext cx="1620063" cy="276999"/>
            </a:xfrm>
            <a:prstGeom prst="rect">
              <a:avLst/>
            </a:prstGeom>
            <a:noFill/>
          </p:spPr>
          <p:txBody>
            <a:bodyPr wrap="square" rtlCol="0">
              <a:spAutoFit/>
            </a:bodyPr>
            <a:lstStyle/>
            <a:p>
              <a:r>
                <a:rPr lang="en-US" sz="1200" dirty="0"/>
                <a:t>Private Routing Table</a:t>
              </a:r>
            </a:p>
          </p:txBody>
        </p:sp>
      </p:grpSp>
      <p:sp>
        <p:nvSpPr>
          <p:cNvPr id="116" name="Rectangle 115">
            <a:extLst>
              <a:ext uri="{FF2B5EF4-FFF2-40B4-BE49-F238E27FC236}">
                <a16:creationId xmlns:a16="http://schemas.microsoft.com/office/drawing/2014/main" id="{997EA025-AE2C-4A25-880F-36353F99DDC3}"/>
              </a:ext>
            </a:extLst>
          </p:cNvPr>
          <p:cNvSpPr/>
          <p:nvPr/>
        </p:nvSpPr>
        <p:spPr>
          <a:xfrm>
            <a:off x="4346333" y="2327021"/>
            <a:ext cx="999581" cy="907858"/>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00DA1215-57DE-4E51-AAE1-F6693DE3753B}"/>
              </a:ext>
            </a:extLst>
          </p:cNvPr>
          <p:cNvSpPr/>
          <p:nvPr/>
        </p:nvSpPr>
        <p:spPr>
          <a:xfrm>
            <a:off x="4276318" y="2262702"/>
            <a:ext cx="1127973" cy="10290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83977B31-51BE-43E5-84B0-BC28CB06BD67}"/>
              </a:ext>
            </a:extLst>
          </p:cNvPr>
          <p:cNvSpPr/>
          <p:nvPr/>
        </p:nvSpPr>
        <p:spPr>
          <a:xfrm>
            <a:off x="6448818" y="2170716"/>
            <a:ext cx="999581" cy="1105490"/>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1EB05496-3B74-4A26-BBCB-EB0AFAB447F9}"/>
              </a:ext>
            </a:extLst>
          </p:cNvPr>
          <p:cNvSpPr/>
          <p:nvPr/>
        </p:nvSpPr>
        <p:spPr>
          <a:xfrm>
            <a:off x="6378803" y="2106397"/>
            <a:ext cx="1127973" cy="125303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3701B1B8-F45D-43A4-8875-8552208DBC51}"/>
              </a:ext>
            </a:extLst>
          </p:cNvPr>
          <p:cNvSpPr/>
          <p:nvPr/>
        </p:nvSpPr>
        <p:spPr>
          <a:xfrm>
            <a:off x="8438607" y="2180186"/>
            <a:ext cx="1192717" cy="1130691"/>
          </a:xfrm>
          <a:prstGeom prst="rect">
            <a:avLst/>
          </a:pr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478B6CAE-4ACC-4DB7-966B-75D63F104305}"/>
              </a:ext>
            </a:extLst>
          </p:cNvPr>
          <p:cNvSpPr/>
          <p:nvPr/>
        </p:nvSpPr>
        <p:spPr>
          <a:xfrm>
            <a:off x="8368592" y="2115868"/>
            <a:ext cx="1345916" cy="128159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C357F7DD-7EB9-488D-848A-19F1B68E9AEE}"/>
              </a:ext>
            </a:extLst>
          </p:cNvPr>
          <p:cNvSpPr/>
          <p:nvPr/>
        </p:nvSpPr>
        <p:spPr>
          <a:xfrm>
            <a:off x="6485445" y="4842457"/>
            <a:ext cx="1155372" cy="61413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B7375ECD-5460-4CB1-9D33-862723C35083}"/>
              </a:ext>
            </a:extLst>
          </p:cNvPr>
          <p:cNvSpPr/>
          <p:nvPr/>
        </p:nvSpPr>
        <p:spPr>
          <a:xfrm>
            <a:off x="6411140" y="4765667"/>
            <a:ext cx="1303775" cy="7446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0C337B48-297F-4094-88E9-5D182807249E}"/>
              </a:ext>
            </a:extLst>
          </p:cNvPr>
          <p:cNvSpPr/>
          <p:nvPr/>
        </p:nvSpPr>
        <p:spPr>
          <a:xfrm>
            <a:off x="3898033" y="3885418"/>
            <a:ext cx="999581" cy="1105490"/>
          </a:xfrm>
          <a:prstGeom prst="rect">
            <a:avLst/>
          </a:pr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17393E5A-8E4C-43C9-B465-8F7617A664C5}"/>
              </a:ext>
            </a:extLst>
          </p:cNvPr>
          <p:cNvSpPr/>
          <p:nvPr/>
        </p:nvSpPr>
        <p:spPr>
          <a:xfrm>
            <a:off x="2926458" y="2793323"/>
            <a:ext cx="874490" cy="8815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1A0468E8-C1D8-468A-BCCA-A3B29AF3E6AE}"/>
              </a:ext>
            </a:extLst>
          </p:cNvPr>
          <p:cNvSpPr txBox="1"/>
          <p:nvPr/>
        </p:nvSpPr>
        <p:spPr>
          <a:xfrm>
            <a:off x="1094796" y="1331944"/>
            <a:ext cx="787567" cy="830997"/>
          </a:xfrm>
          <a:prstGeom prst="rect">
            <a:avLst/>
          </a:prstGeom>
          <a:solidFill>
            <a:schemeClr val="bg1"/>
          </a:solidFill>
          <a:ln>
            <a:solidFill>
              <a:schemeClr val="tx1"/>
            </a:solidFill>
          </a:ln>
        </p:spPr>
        <p:txBody>
          <a:bodyPr wrap="square" rtlCol="0">
            <a:spAutoFit/>
          </a:bodyPr>
          <a:lstStyle/>
          <a:p>
            <a:r>
              <a:rPr lang="en-US" sz="1200" dirty="0"/>
              <a:t>AWS Client Side IP Range</a:t>
            </a:r>
          </a:p>
        </p:txBody>
      </p:sp>
      <p:cxnSp>
        <p:nvCxnSpPr>
          <p:cNvPr id="130" name="Straight Arrow Connector 129">
            <a:extLst>
              <a:ext uri="{FF2B5EF4-FFF2-40B4-BE49-F238E27FC236}">
                <a16:creationId xmlns:a16="http://schemas.microsoft.com/office/drawing/2014/main" id="{5A294016-FD52-431F-A1FD-AF9168D87F6C}"/>
              </a:ext>
            </a:extLst>
          </p:cNvPr>
          <p:cNvCxnSpPr>
            <a:cxnSpLocks/>
            <a:stCxn id="84" idx="3"/>
            <a:endCxn id="128" idx="2"/>
          </p:cNvCxnSpPr>
          <p:nvPr/>
        </p:nvCxnSpPr>
        <p:spPr>
          <a:xfrm flipV="1">
            <a:off x="1308295" y="2162941"/>
            <a:ext cx="180285" cy="1027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8CDB014A-548F-4044-ACFE-EE868C2749E1}"/>
              </a:ext>
            </a:extLst>
          </p:cNvPr>
          <p:cNvCxnSpPr>
            <a:cxnSpLocks/>
            <a:stCxn id="122" idx="3"/>
            <a:endCxn id="105" idx="1"/>
          </p:cNvCxnSpPr>
          <p:nvPr/>
        </p:nvCxnSpPr>
        <p:spPr>
          <a:xfrm flipV="1">
            <a:off x="7640817" y="4628613"/>
            <a:ext cx="1046015" cy="520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D776D906-1493-4B14-8C47-B198A5546242}"/>
              </a:ext>
            </a:extLst>
          </p:cNvPr>
          <p:cNvCxnSpPr>
            <a:cxnSpLocks/>
            <a:stCxn id="116" idx="2"/>
            <a:endCxn id="112" idx="1"/>
          </p:cNvCxnSpPr>
          <p:nvPr/>
        </p:nvCxnSpPr>
        <p:spPr>
          <a:xfrm>
            <a:off x="4846124" y="3234879"/>
            <a:ext cx="1575267" cy="782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57AF0412-F810-4DEE-AE1F-069A660578AF}"/>
              </a:ext>
            </a:extLst>
          </p:cNvPr>
          <p:cNvCxnSpPr>
            <a:cxnSpLocks/>
            <a:stCxn id="118" idx="2"/>
            <a:endCxn id="112" idx="0"/>
          </p:cNvCxnSpPr>
          <p:nvPr/>
        </p:nvCxnSpPr>
        <p:spPr>
          <a:xfrm flipH="1">
            <a:off x="6704299" y="3276206"/>
            <a:ext cx="244310" cy="453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97E149D5-6E6C-4AF9-8998-741BC1FB2138}"/>
              </a:ext>
            </a:extLst>
          </p:cNvPr>
          <p:cNvCxnSpPr>
            <a:cxnSpLocks/>
            <a:stCxn id="120" idx="2"/>
            <a:endCxn id="112" idx="3"/>
          </p:cNvCxnSpPr>
          <p:nvPr/>
        </p:nvCxnSpPr>
        <p:spPr>
          <a:xfrm flipH="1">
            <a:off x="6987206" y="3310877"/>
            <a:ext cx="2047760" cy="706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30E5AF34-4D74-416A-A073-A60E2EADF244}"/>
              </a:ext>
            </a:extLst>
          </p:cNvPr>
          <p:cNvCxnSpPr>
            <a:cxnSpLocks/>
            <a:stCxn id="124" idx="3"/>
            <a:endCxn id="112" idx="1"/>
          </p:cNvCxnSpPr>
          <p:nvPr/>
        </p:nvCxnSpPr>
        <p:spPr>
          <a:xfrm flipV="1">
            <a:off x="4897614" y="4017563"/>
            <a:ext cx="1523777" cy="420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697B6BE8-DA34-467D-9834-625DD7B438B0}"/>
              </a:ext>
            </a:extLst>
          </p:cNvPr>
          <p:cNvCxnSpPr>
            <a:cxnSpLocks/>
            <a:stCxn id="125" idx="3"/>
            <a:endCxn id="112" idx="1"/>
          </p:cNvCxnSpPr>
          <p:nvPr/>
        </p:nvCxnSpPr>
        <p:spPr>
          <a:xfrm>
            <a:off x="3800948" y="3234075"/>
            <a:ext cx="2620443" cy="783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56" name="Group 155">
            <a:extLst>
              <a:ext uri="{FF2B5EF4-FFF2-40B4-BE49-F238E27FC236}">
                <a16:creationId xmlns:a16="http://schemas.microsoft.com/office/drawing/2014/main" id="{4BFF6FB6-9AEB-4753-BA2F-DB25A5BAC8B1}"/>
              </a:ext>
            </a:extLst>
          </p:cNvPr>
          <p:cNvGrpSpPr/>
          <p:nvPr/>
        </p:nvGrpSpPr>
        <p:grpSpPr>
          <a:xfrm>
            <a:off x="8918923" y="117587"/>
            <a:ext cx="3062081" cy="923330"/>
            <a:chOff x="7876392" y="75519"/>
            <a:chExt cx="3753393" cy="923330"/>
          </a:xfrm>
        </p:grpSpPr>
        <p:sp>
          <p:nvSpPr>
            <p:cNvPr id="152" name="TextBox 151">
              <a:extLst>
                <a:ext uri="{FF2B5EF4-FFF2-40B4-BE49-F238E27FC236}">
                  <a16:creationId xmlns:a16="http://schemas.microsoft.com/office/drawing/2014/main" id="{D3B7922D-A3B8-4E3F-BD09-CA95551D7731}"/>
                </a:ext>
              </a:extLst>
            </p:cNvPr>
            <p:cNvSpPr txBox="1"/>
            <p:nvPr/>
          </p:nvSpPr>
          <p:spPr>
            <a:xfrm>
              <a:off x="7876392" y="75519"/>
              <a:ext cx="3753393" cy="923330"/>
            </a:xfrm>
            <a:prstGeom prst="rect">
              <a:avLst/>
            </a:prstGeom>
            <a:solidFill>
              <a:schemeClr val="bg1"/>
            </a:solidFill>
            <a:ln>
              <a:solidFill>
                <a:schemeClr val="tx1"/>
              </a:solidFill>
            </a:ln>
          </p:spPr>
          <p:txBody>
            <a:bodyPr wrap="square" rtlCol="0">
              <a:spAutoFit/>
            </a:bodyPr>
            <a:lstStyle/>
            <a:p>
              <a:r>
                <a:rPr lang="en-US" dirty="0"/>
                <a:t>Legend:</a:t>
              </a:r>
            </a:p>
            <a:p>
              <a:r>
                <a:rPr lang="en-US" dirty="0"/>
                <a:t>            Security Group</a:t>
              </a:r>
            </a:p>
            <a:p>
              <a:r>
                <a:rPr lang="en-US" dirty="0"/>
                <a:t>            Subnet</a:t>
              </a:r>
            </a:p>
          </p:txBody>
        </p:sp>
        <p:cxnSp>
          <p:nvCxnSpPr>
            <p:cNvPr id="154" name="Straight Connector 153">
              <a:extLst>
                <a:ext uri="{FF2B5EF4-FFF2-40B4-BE49-F238E27FC236}">
                  <a16:creationId xmlns:a16="http://schemas.microsoft.com/office/drawing/2014/main" id="{AD7869FC-2243-4F5D-8754-C30D7F0A5623}"/>
                </a:ext>
              </a:extLst>
            </p:cNvPr>
            <p:cNvCxnSpPr/>
            <p:nvPr/>
          </p:nvCxnSpPr>
          <p:spPr>
            <a:xfrm>
              <a:off x="8041611" y="528310"/>
              <a:ext cx="6013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19A53954-4461-4539-9463-3556E960A3D4}"/>
                </a:ext>
              </a:extLst>
            </p:cNvPr>
            <p:cNvCxnSpPr/>
            <p:nvPr/>
          </p:nvCxnSpPr>
          <p:spPr>
            <a:xfrm>
              <a:off x="8067889" y="793251"/>
              <a:ext cx="601333"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pic>
        <p:nvPicPr>
          <p:cNvPr id="1026" name="Picture 2" descr="Linux Server Icons PNG - Free PNG and Icons Downloads">
            <a:extLst>
              <a:ext uri="{FF2B5EF4-FFF2-40B4-BE49-F238E27FC236}">
                <a16:creationId xmlns:a16="http://schemas.microsoft.com/office/drawing/2014/main" id="{04868BAD-74FF-48B7-8C46-A623E2716C5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24256" y="4768810"/>
            <a:ext cx="668676" cy="1030722"/>
          </a:xfrm>
          <a:prstGeom prst="rect">
            <a:avLst/>
          </a:prstGeom>
          <a:noFill/>
          <a:extLst>
            <a:ext uri="{909E8E84-426E-40DD-AFC4-6F175D3DCCD1}">
              <a14:hiddenFill xmlns:a14="http://schemas.microsoft.com/office/drawing/2010/main">
                <a:solidFill>
                  <a:srgbClr val="FFFFFF"/>
                </a:solidFill>
              </a14:hiddenFill>
            </a:ext>
          </a:extLst>
        </p:spPr>
      </p:pic>
      <p:cxnSp>
        <p:nvCxnSpPr>
          <p:cNvPr id="68" name="Straight Arrow Connector 67">
            <a:extLst>
              <a:ext uri="{FF2B5EF4-FFF2-40B4-BE49-F238E27FC236}">
                <a16:creationId xmlns:a16="http://schemas.microsoft.com/office/drawing/2014/main" id="{A1D25F15-B8A5-4B0E-85A4-F482D35CBC06}"/>
              </a:ext>
            </a:extLst>
          </p:cNvPr>
          <p:cNvCxnSpPr>
            <a:cxnSpLocks/>
            <a:stCxn id="8" idx="2"/>
            <a:endCxn id="1026" idx="0"/>
          </p:cNvCxnSpPr>
          <p:nvPr/>
        </p:nvCxnSpPr>
        <p:spPr>
          <a:xfrm>
            <a:off x="851775" y="3795176"/>
            <a:ext cx="1506819" cy="973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92274331-D736-4978-880C-E8FAAB403A45}"/>
              </a:ext>
            </a:extLst>
          </p:cNvPr>
          <p:cNvSpPr txBox="1"/>
          <p:nvPr/>
        </p:nvSpPr>
        <p:spPr>
          <a:xfrm>
            <a:off x="1815928" y="5829511"/>
            <a:ext cx="1351990" cy="276999"/>
          </a:xfrm>
          <a:prstGeom prst="rect">
            <a:avLst/>
          </a:prstGeom>
          <a:solidFill>
            <a:schemeClr val="bg1"/>
          </a:solidFill>
          <a:ln>
            <a:solidFill>
              <a:schemeClr val="tx1"/>
            </a:solidFill>
          </a:ln>
        </p:spPr>
        <p:txBody>
          <a:bodyPr wrap="square" rtlCol="0">
            <a:spAutoFit/>
          </a:bodyPr>
          <a:lstStyle/>
          <a:p>
            <a:r>
              <a:rPr lang="en-US" sz="1200" dirty="0"/>
              <a:t>AWSVPCB Scripts </a:t>
            </a:r>
          </a:p>
        </p:txBody>
      </p:sp>
      <p:cxnSp>
        <p:nvCxnSpPr>
          <p:cNvPr id="74" name="Straight Arrow Connector 73">
            <a:extLst>
              <a:ext uri="{FF2B5EF4-FFF2-40B4-BE49-F238E27FC236}">
                <a16:creationId xmlns:a16="http://schemas.microsoft.com/office/drawing/2014/main" id="{51A39A95-28D9-471B-8ABF-777871E1A715}"/>
              </a:ext>
            </a:extLst>
          </p:cNvPr>
          <p:cNvCxnSpPr>
            <a:cxnSpLocks/>
            <a:stCxn id="1026" idx="0"/>
          </p:cNvCxnSpPr>
          <p:nvPr/>
        </p:nvCxnSpPr>
        <p:spPr>
          <a:xfrm flipV="1">
            <a:off x="2358594" y="4114600"/>
            <a:ext cx="690810" cy="654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7719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85C6B-58AC-F3DC-A70C-ED10CA7BB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2B9FA-71D0-3C46-59CE-E36810984F19}"/>
              </a:ext>
            </a:extLst>
          </p:cNvPr>
          <p:cNvSpPr>
            <a:spLocks noGrp="1"/>
          </p:cNvSpPr>
          <p:nvPr>
            <p:ph type="title"/>
          </p:nvPr>
        </p:nvSpPr>
        <p:spPr>
          <a:xfrm>
            <a:off x="418916" y="113196"/>
            <a:ext cx="9774961" cy="783101"/>
          </a:xfrm>
        </p:spPr>
        <p:txBody>
          <a:bodyPr>
            <a:normAutofit fontScale="90000"/>
          </a:bodyPr>
          <a:lstStyle/>
          <a:p>
            <a:r>
              <a:rPr lang="en-US" sz="3200" dirty="0"/>
              <a:t>Legacy </a:t>
            </a:r>
            <a:r>
              <a:rPr lang="en-US" sz="3200" dirty="0" err="1"/>
              <a:t>Clouducate</a:t>
            </a:r>
            <a:r>
              <a:rPr lang="en-US" sz="3200" dirty="0"/>
              <a:t> Components &amp; Interdependencies</a:t>
            </a:r>
          </a:p>
        </p:txBody>
      </p:sp>
      <p:sp>
        <p:nvSpPr>
          <p:cNvPr id="9" name="Content Placeholder 2">
            <a:extLst>
              <a:ext uri="{FF2B5EF4-FFF2-40B4-BE49-F238E27FC236}">
                <a16:creationId xmlns:a16="http://schemas.microsoft.com/office/drawing/2014/main" id="{13077E33-9DDF-DD19-2EE3-C9DBD98286D2}"/>
              </a:ext>
            </a:extLst>
          </p:cNvPr>
          <p:cNvSpPr>
            <a:spLocks noGrp="1"/>
          </p:cNvSpPr>
          <p:nvPr>
            <p:ph idx="1"/>
          </p:nvPr>
        </p:nvSpPr>
        <p:spPr>
          <a:xfrm>
            <a:off x="74393" y="1010619"/>
            <a:ext cx="4553872" cy="4208495"/>
          </a:xfrm>
          <a:solidFill>
            <a:schemeClr val="bg1"/>
          </a:solidFill>
          <a:ln>
            <a:solidFill>
              <a:schemeClr val="tx1"/>
            </a:solidFill>
          </a:ln>
        </p:spPr>
        <p:txBody>
          <a:bodyPr>
            <a:normAutofit fontScale="85000" lnSpcReduction="20000"/>
          </a:bodyPr>
          <a:lstStyle/>
          <a:p>
            <a:pPr marL="0" indent="0" algn="ctr">
              <a:buNone/>
            </a:pPr>
            <a:r>
              <a:rPr lang="en-US" b="1" dirty="0"/>
              <a:t>AWS Virtual Private Cloud Builder </a:t>
            </a:r>
          </a:p>
          <a:p>
            <a:pPr marL="0" indent="0" algn="ctr">
              <a:buNone/>
            </a:pPr>
            <a:r>
              <a:rPr lang="en-US" b="1" dirty="0"/>
              <a:t>(AWSVPCB)</a:t>
            </a:r>
          </a:p>
          <a:p>
            <a:pPr>
              <a:buFont typeface="Wingdings" panose="05000000000000000000" pitchFamily="2" charset="2"/>
              <a:buChar char="Ø"/>
            </a:pPr>
            <a:r>
              <a:rPr lang="en-US" dirty="0"/>
              <a:t>Collection of BASH shell scripts that take as input json files as definitions for a VPC and assignments.  Capabilities include:</a:t>
            </a:r>
          </a:p>
          <a:p>
            <a:pPr lvl="1">
              <a:buFont typeface="Wingdings" panose="05000000000000000000" pitchFamily="2" charset="2"/>
              <a:buChar char="q"/>
            </a:pPr>
            <a:r>
              <a:rPr lang="en-US" dirty="0"/>
              <a:t>Creation of subnets</a:t>
            </a:r>
          </a:p>
          <a:p>
            <a:pPr lvl="1">
              <a:buFont typeface="Wingdings" panose="05000000000000000000" pitchFamily="2" charset="2"/>
              <a:buChar char="q"/>
            </a:pPr>
            <a:r>
              <a:rPr lang="en-US" dirty="0"/>
              <a:t>Creation of security groups with associated rules</a:t>
            </a:r>
          </a:p>
          <a:p>
            <a:pPr lvl="1">
              <a:buFont typeface="Wingdings" panose="05000000000000000000" pitchFamily="2" charset="2"/>
              <a:buChar char="q"/>
            </a:pPr>
            <a:r>
              <a:rPr lang="en-US" dirty="0"/>
              <a:t>Creation of instances</a:t>
            </a:r>
          </a:p>
          <a:p>
            <a:pPr lvl="1">
              <a:buFont typeface="Wingdings" panose="05000000000000000000" pitchFamily="2" charset="2"/>
              <a:buChar char="q"/>
            </a:pPr>
            <a:r>
              <a:rPr lang="en-US" dirty="0"/>
              <a:t>Creation of Load Balancers with associated definitions (e.g. targets, health checks, etc.)</a:t>
            </a:r>
          </a:p>
          <a:p>
            <a:pPr lvl="1">
              <a:buFont typeface="Wingdings" panose="05000000000000000000" pitchFamily="2" charset="2"/>
              <a:buChar char="q"/>
            </a:pPr>
            <a:r>
              <a:rPr lang="en-US" dirty="0"/>
              <a:t>Creation of DNS zone with associated DNS entries</a:t>
            </a:r>
          </a:p>
          <a:p>
            <a:pPr lvl="1">
              <a:buFont typeface="Wingdings" panose="05000000000000000000" pitchFamily="2" charset="2"/>
              <a:buChar char="q"/>
            </a:pPr>
            <a:r>
              <a:rPr lang="en-US" dirty="0"/>
              <a:t>Creation of NAT instance for Internet access</a:t>
            </a:r>
          </a:p>
          <a:p>
            <a:pPr lvl="1">
              <a:buFont typeface="Wingdings" panose="05000000000000000000" pitchFamily="2" charset="2"/>
              <a:buChar char="q"/>
            </a:pPr>
            <a:r>
              <a:rPr lang="en-US" dirty="0"/>
              <a:t>Creation of Client VPN Endpoint for private access over the Internet</a:t>
            </a:r>
          </a:p>
        </p:txBody>
      </p:sp>
      <p:sp>
        <p:nvSpPr>
          <p:cNvPr id="10" name="Content Placeholder 2">
            <a:extLst>
              <a:ext uri="{FF2B5EF4-FFF2-40B4-BE49-F238E27FC236}">
                <a16:creationId xmlns:a16="http://schemas.microsoft.com/office/drawing/2014/main" id="{CCCD92D4-39B5-57F4-A143-9F90E2865EAE}"/>
              </a:ext>
            </a:extLst>
          </p:cNvPr>
          <p:cNvSpPr txBox="1">
            <a:spLocks/>
          </p:cNvSpPr>
          <p:nvPr/>
        </p:nvSpPr>
        <p:spPr>
          <a:xfrm>
            <a:off x="7877908" y="1010619"/>
            <a:ext cx="4217964" cy="4208495"/>
          </a:xfrm>
          <a:prstGeom prst="rect">
            <a:avLst/>
          </a:prstGeom>
          <a:solidFill>
            <a:schemeClr val="bg1"/>
          </a:solidFill>
          <a:ln>
            <a:solidFill>
              <a:schemeClr val="tx1"/>
            </a:solidFill>
          </a:ln>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b="1" dirty="0"/>
              <a:t>Havoc Circus (HC)</a:t>
            </a:r>
          </a:p>
          <a:p>
            <a:pPr>
              <a:buFont typeface="Wingdings" panose="05000000000000000000" pitchFamily="2" charset="2"/>
              <a:buChar char="Ø"/>
            </a:pPr>
            <a:r>
              <a:rPr lang="en-US" dirty="0"/>
              <a:t>Windows Service written in C-Sharp that takes as input json files as definitions for modifications for assignments. Capabilities include:</a:t>
            </a:r>
          </a:p>
          <a:p>
            <a:pPr lvl="1">
              <a:buFont typeface="Wingdings" panose="05000000000000000000" pitchFamily="2" charset="2"/>
              <a:buChar char="q"/>
            </a:pPr>
            <a:r>
              <a:rPr lang="en-US" dirty="0"/>
              <a:t>Custom AMIs with pre-built Linux &amp; Windows web applications</a:t>
            </a:r>
          </a:p>
          <a:p>
            <a:pPr lvl="1">
              <a:buFont typeface="Wingdings" panose="05000000000000000000" pitchFamily="2" charset="2"/>
              <a:buChar char="q"/>
            </a:pPr>
            <a:r>
              <a:rPr lang="en-US" dirty="0"/>
              <a:t>Reading of assignment # from DNS TXT record</a:t>
            </a:r>
          </a:p>
          <a:p>
            <a:pPr lvl="1">
              <a:buFont typeface="Wingdings" panose="05000000000000000000" pitchFamily="2" charset="2"/>
              <a:buChar char="q"/>
            </a:pPr>
            <a:r>
              <a:rPr lang="en-US" dirty="0"/>
              <a:t>Running a remote command on any system within the VPC. In this way just about any problem can be created dynamically</a:t>
            </a:r>
          </a:p>
          <a:p>
            <a:pPr lvl="1">
              <a:buFont typeface="Wingdings" panose="05000000000000000000" pitchFamily="2" charset="2"/>
              <a:buChar char="q"/>
            </a:pPr>
            <a:r>
              <a:rPr lang="en-US" dirty="0"/>
              <a:t>At shutdown, verifying whether a problem was addressed and if so, marking it as complete to avoid restarting a solved problem</a:t>
            </a:r>
          </a:p>
        </p:txBody>
      </p:sp>
      <p:sp>
        <p:nvSpPr>
          <p:cNvPr id="11" name="Content Placeholder 2">
            <a:extLst>
              <a:ext uri="{FF2B5EF4-FFF2-40B4-BE49-F238E27FC236}">
                <a16:creationId xmlns:a16="http://schemas.microsoft.com/office/drawing/2014/main" id="{95A6D546-7330-7424-1F36-374A1BD2C281}"/>
              </a:ext>
            </a:extLst>
          </p:cNvPr>
          <p:cNvSpPr txBox="1">
            <a:spLocks/>
          </p:cNvSpPr>
          <p:nvPr/>
        </p:nvSpPr>
        <p:spPr>
          <a:xfrm>
            <a:off x="5182612" y="1010619"/>
            <a:ext cx="2140948" cy="525104"/>
          </a:xfrm>
          <a:prstGeom prst="rect">
            <a:avLst/>
          </a:prstGeom>
          <a:solidFill>
            <a:schemeClr val="bg1"/>
          </a:solidFill>
          <a:ln>
            <a:solidFill>
              <a:schemeClr val="tx1"/>
            </a:solidFill>
          </a:ln>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Domain Name Parameter</a:t>
            </a:r>
          </a:p>
          <a:p>
            <a:pPr marL="0" indent="0" algn="ctr">
              <a:lnSpc>
                <a:spcPct val="120000"/>
              </a:lnSpc>
              <a:spcBef>
                <a:spcPts val="0"/>
              </a:spcBef>
              <a:buFont typeface="Wingdings 3" charset="2"/>
              <a:buNone/>
            </a:pPr>
            <a:r>
              <a:rPr lang="en-US" sz="1600" dirty="0"/>
              <a:t>must match</a:t>
            </a:r>
          </a:p>
        </p:txBody>
      </p:sp>
      <p:cxnSp>
        <p:nvCxnSpPr>
          <p:cNvPr id="12" name="Straight Arrow Connector 11">
            <a:extLst>
              <a:ext uri="{FF2B5EF4-FFF2-40B4-BE49-F238E27FC236}">
                <a16:creationId xmlns:a16="http://schemas.microsoft.com/office/drawing/2014/main" id="{406EF546-2E51-2B4B-8B8A-E12A14136406}"/>
              </a:ext>
            </a:extLst>
          </p:cNvPr>
          <p:cNvCxnSpPr>
            <a:cxnSpLocks/>
            <a:stCxn id="11" idx="3"/>
          </p:cNvCxnSpPr>
          <p:nvPr/>
        </p:nvCxnSpPr>
        <p:spPr>
          <a:xfrm>
            <a:off x="7323560" y="1273171"/>
            <a:ext cx="554348"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F3C2C67-C65E-1B24-5B14-D2D0BCC28912}"/>
              </a:ext>
            </a:extLst>
          </p:cNvPr>
          <p:cNvCxnSpPr>
            <a:cxnSpLocks/>
            <a:stCxn id="11" idx="1"/>
          </p:cNvCxnSpPr>
          <p:nvPr/>
        </p:nvCxnSpPr>
        <p:spPr>
          <a:xfrm flipH="1">
            <a:off x="4628265" y="1273171"/>
            <a:ext cx="554347"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3648AD7E-9782-5438-C142-6975F3488FE5}"/>
              </a:ext>
            </a:extLst>
          </p:cNvPr>
          <p:cNvSpPr txBox="1">
            <a:spLocks/>
          </p:cNvSpPr>
          <p:nvPr/>
        </p:nvSpPr>
        <p:spPr>
          <a:xfrm>
            <a:off x="5182612" y="1798275"/>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HC AMI (images)</a:t>
            </a:r>
          </a:p>
          <a:p>
            <a:pPr marL="0" indent="0" algn="ctr">
              <a:lnSpc>
                <a:spcPct val="120000"/>
              </a:lnSpc>
              <a:spcBef>
                <a:spcPts val="0"/>
              </a:spcBef>
              <a:buFont typeface="Wingdings 3" charset="2"/>
              <a:buNone/>
            </a:pPr>
            <a:r>
              <a:rPr lang="en-US" sz="1600" dirty="0"/>
              <a:t>In AWSVPCB json</a:t>
            </a:r>
          </a:p>
        </p:txBody>
      </p:sp>
      <p:cxnSp>
        <p:nvCxnSpPr>
          <p:cNvPr id="20" name="Straight Arrow Connector 19">
            <a:extLst>
              <a:ext uri="{FF2B5EF4-FFF2-40B4-BE49-F238E27FC236}">
                <a16:creationId xmlns:a16="http://schemas.microsoft.com/office/drawing/2014/main" id="{B03FF8F1-CDE1-FC60-B591-4B0F6C8CAE87}"/>
              </a:ext>
            </a:extLst>
          </p:cNvPr>
          <p:cNvCxnSpPr>
            <a:cxnSpLocks/>
            <a:stCxn id="19" idx="1"/>
          </p:cNvCxnSpPr>
          <p:nvPr/>
        </p:nvCxnSpPr>
        <p:spPr>
          <a:xfrm flipH="1">
            <a:off x="4628266" y="2060827"/>
            <a:ext cx="554346"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4BD1273-01E1-2A85-12D0-185651EE7A0D}"/>
              </a:ext>
            </a:extLst>
          </p:cNvPr>
          <p:cNvCxnSpPr>
            <a:cxnSpLocks/>
            <a:endCxn id="19" idx="3"/>
          </p:cNvCxnSpPr>
          <p:nvPr/>
        </p:nvCxnSpPr>
        <p:spPr>
          <a:xfrm flipH="1" flipV="1">
            <a:off x="7323560" y="2060827"/>
            <a:ext cx="547818" cy="46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16A684FA-3C72-DE06-FF7B-3A0127F3D993}"/>
              </a:ext>
            </a:extLst>
          </p:cNvPr>
          <p:cNvSpPr txBox="1">
            <a:spLocks/>
          </p:cNvSpPr>
          <p:nvPr/>
        </p:nvSpPr>
        <p:spPr>
          <a:xfrm>
            <a:off x="5182612" y="2610751"/>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AWSVPCB DNS IPs</a:t>
            </a:r>
          </a:p>
          <a:p>
            <a:pPr marL="0" indent="0" algn="ctr">
              <a:lnSpc>
                <a:spcPct val="120000"/>
              </a:lnSpc>
              <a:spcBef>
                <a:spcPts val="0"/>
              </a:spcBef>
              <a:buFont typeface="Wingdings 3" charset="2"/>
              <a:buNone/>
            </a:pPr>
            <a:r>
              <a:rPr lang="en-US" sz="1600" dirty="0"/>
              <a:t>In HC AMIs</a:t>
            </a:r>
          </a:p>
        </p:txBody>
      </p:sp>
      <p:cxnSp>
        <p:nvCxnSpPr>
          <p:cNvPr id="25" name="Straight Arrow Connector 24">
            <a:extLst>
              <a:ext uri="{FF2B5EF4-FFF2-40B4-BE49-F238E27FC236}">
                <a16:creationId xmlns:a16="http://schemas.microsoft.com/office/drawing/2014/main" id="{D7A6D8F4-733B-BC51-1188-00746A8AE130}"/>
              </a:ext>
            </a:extLst>
          </p:cNvPr>
          <p:cNvCxnSpPr>
            <a:cxnSpLocks/>
            <a:endCxn id="24" idx="1"/>
          </p:cNvCxnSpPr>
          <p:nvPr/>
        </p:nvCxnSpPr>
        <p:spPr>
          <a:xfrm>
            <a:off x="4644167" y="2873303"/>
            <a:ext cx="538445"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8401E29-4342-CEE1-CA52-6193A229AA6F}"/>
              </a:ext>
            </a:extLst>
          </p:cNvPr>
          <p:cNvCxnSpPr>
            <a:cxnSpLocks/>
            <a:stCxn id="24" idx="3"/>
          </p:cNvCxnSpPr>
          <p:nvPr/>
        </p:nvCxnSpPr>
        <p:spPr>
          <a:xfrm>
            <a:off x="7323560" y="2873303"/>
            <a:ext cx="538445"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D39D4568-C33E-F3C2-D962-CCFCF8E8B6C3}"/>
              </a:ext>
            </a:extLst>
          </p:cNvPr>
          <p:cNvSpPr txBox="1">
            <a:spLocks/>
          </p:cNvSpPr>
          <p:nvPr/>
        </p:nvSpPr>
        <p:spPr>
          <a:xfrm>
            <a:off x="5182612" y="3377419"/>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AWSVPCB Assignment #</a:t>
            </a:r>
          </a:p>
          <a:p>
            <a:pPr marL="0" indent="0" algn="ctr">
              <a:lnSpc>
                <a:spcPct val="120000"/>
              </a:lnSpc>
              <a:spcBef>
                <a:spcPts val="0"/>
              </a:spcBef>
              <a:buFont typeface="Wingdings 3" charset="2"/>
              <a:buNone/>
            </a:pPr>
            <a:r>
              <a:rPr lang="en-US" sz="1600" dirty="0"/>
              <a:t>In DNS TXT Record</a:t>
            </a:r>
          </a:p>
        </p:txBody>
      </p:sp>
      <p:cxnSp>
        <p:nvCxnSpPr>
          <p:cNvPr id="32" name="Straight Arrow Connector 31">
            <a:extLst>
              <a:ext uri="{FF2B5EF4-FFF2-40B4-BE49-F238E27FC236}">
                <a16:creationId xmlns:a16="http://schemas.microsoft.com/office/drawing/2014/main" id="{326D8A93-DC10-6040-9DC5-6057B0CAAF9F}"/>
              </a:ext>
            </a:extLst>
          </p:cNvPr>
          <p:cNvCxnSpPr>
            <a:cxnSpLocks/>
          </p:cNvCxnSpPr>
          <p:nvPr/>
        </p:nvCxnSpPr>
        <p:spPr>
          <a:xfrm>
            <a:off x="4628265" y="3627052"/>
            <a:ext cx="538445"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A77E49F-3E98-4FB4-BE1E-02D63F1C574F}"/>
              </a:ext>
            </a:extLst>
          </p:cNvPr>
          <p:cNvCxnSpPr>
            <a:cxnSpLocks/>
          </p:cNvCxnSpPr>
          <p:nvPr/>
        </p:nvCxnSpPr>
        <p:spPr>
          <a:xfrm>
            <a:off x="7323559" y="3607078"/>
            <a:ext cx="538445"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4" name="Content Placeholder 2">
            <a:extLst>
              <a:ext uri="{FF2B5EF4-FFF2-40B4-BE49-F238E27FC236}">
                <a16:creationId xmlns:a16="http://schemas.microsoft.com/office/drawing/2014/main" id="{746E1354-706C-511E-8FCB-B8607D0BE11E}"/>
              </a:ext>
            </a:extLst>
          </p:cNvPr>
          <p:cNvSpPr txBox="1">
            <a:spLocks/>
          </p:cNvSpPr>
          <p:nvPr/>
        </p:nvSpPr>
        <p:spPr>
          <a:xfrm>
            <a:off x="0" y="5847381"/>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CA &amp; Domain Certs</a:t>
            </a:r>
          </a:p>
          <a:p>
            <a:pPr marL="0" indent="0" algn="ctr">
              <a:lnSpc>
                <a:spcPct val="120000"/>
              </a:lnSpc>
              <a:spcBef>
                <a:spcPts val="0"/>
              </a:spcBef>
              <a:buFont typeface="Wingdings 3" charset="2"/>
              <a:buNone/>
            </a:pPr>
            <a:r>
              <a:rPr lang="en-US" sz="1600" dirty="0"/>
              <a:t>In AWSVPCB Directory</a:t>
            </a:r>
          </a:p>
        </p:txBody>
      </p:sp>
      <p:cxnSp>
        <p:nvCxnSpPr>
          <p:cNvPr id="35" name="Straight Arrow Connector 34">
            <a:extLst>
              <a:ext uri="{FF2B5EF4-FFF2-40B4-BE49-F238E27FC236}">
                <a16:creationId xmlns:a16="http://schemas.microsoft.com/office/drawing/2014/main" id="{59D2F8EB-B0FC-8848-B54E-E193A3D5A9D0}"/>
              </a:ext>
            </a:extLst>
          </p:cNvPr>
          <p:cNvCxnSpPr>
            <a:cxnSpLocks/>
            <a:stCxn id="34" idx="0"/>
          </p:cNvCxnSpPr>
          <p:nvPr/>
        </p:nvCxnSpPr>
        <p:spPr>
          <a:xfrm flipV="1">
            <a:off x="1070474" y="5219114"/>
            <a:ext cx="0" cy="628267"/>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9" name="Content Placeholder 2">
            <a:extLst>
              <a:ext uri="{FF2B5EF4-FFF2-40B4-BE49-F238E27FC236}">
                <a16:creationId xmlns:a16="http://schemas.microsoft.com/office/drawing/2014/main" id="{0AE75288-F0F3-63CE-115D-2423000D5B5B}"/>
              </a:ext>
            </a:extLst>
          </p:cNvPr>
          <p:cNvSpPr txBox="1">
            <a:spLocks/>
          </p:cNvSpPr>
          <p:nvPr/>
        </p:nvSpPr>
        <p:spPr>
          <a:xfrm>
            <a:off x="5166710" y="4176975"/>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Instance &amp; DB PWDs</a:t>
            </a:r>
          </a:p>
          <a:p>
            <a:pPr marL="0" indent="0" algn="ctr">
              <a:lnSpc>
                <a:spcPct val="120000"/>
              </a:lnSpc>
              <a:spcBef>
                <a:spcPts val="0"/>
              </a:spcBef>
              <a:buFont typeface="Wingdings 3" charset="2"/>
              <a:buNone/>
            </a:pPr>
            <a:r>
              <a:rPr lang="en-US" sz="1600" dirty="0"/>
              <a:t>In AWSVPCB Directory</a:t>
            </a:r>
          </a:p>
        </p:txBody>
      </p:sp>
      <p:cxnSp>
        <p:nvCxnSpPr>
          <p:cNvPr id="40" name="Straight Arrow Connector 39">
            <a:extLst>
              <a:ext uri="{FF2B5EF4-FFF2-40B4-BE49-F238E27FC236}">
                <a16:creationId xmlns:a16="http://schemas.microsoft.com/office/drawing/2014/main" id="{AEF153CF-322B-832B-9BB5-604F8574C604}"/>
              </a:ext>
            </a:extLst>
          </p:cNvPr>
          <p:cNvCxnSpPr>
            <a:cxnSpLocks/>
          </p:cNvCxnSpPr>
          <p:nvPr/>
        </p:nvCxnSpPr>
        <p:spPr>
          <a:xfrm flipH="1" flipV="1">
            <a:off x="7298285" y="4432469"/>
            <a:ext cx="547818" cy="46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6A7B6C9-3087-05D1-B88E-A9519A51DD35}"/>
              </a:ext>
            </a:extLst>
          </p:cNvPr>
          <p:cNvCxnSpPr>
            <a:cxnSpLocks/>
          </p:cNvCxnSpPr>
          <p:nvPr/>
        </p:nvCxnSpPr>
        <p:spPr>
          <a:xfrm flipH="1" flipV="1">
            <a:off x="4639480" y="4400916"/>
            <a:ext cx="547818" cy="46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2" name="Content Placeholder 2">
            <a:extLst>
              <a:ext uri="{FF2B5EF4-FFF2-40B4-BE49-F238E27FC236}">
                <a16:creationId xmlns:a16="http://schemas.microsoft.com/office/drawing/2014/main" id="{5D7562B1-DF2C-B12F-1713-BAC545D01E5A}"/>
              </a:ext>
            </a:extLst>
          </p:cNvPr>
          <p:cNvSpPr txBox="1">
            <a:spLocks/>
          </p:cNvSpPr>
          <p:nvPr/>
        </p:nvSpPr>
        <p:spPr>
          <a:xfrm>
            <a:off x="2351329" y="5847381"/>
            <a:ext cx="2140948" cy="525104"/>
          </a:xfrm>
          <a:prstGeom prst="rect">
            <a:avLst/>
          </a:prstGeom>
          <a:solidFill>
            <a:schemeClr val="bg1"/>
          </a:solidFill>
          <a:ln>
            <a:solidFill>
              <a:schemeClr val="tx1"/>
            </a:solidFill>
          </a:ln>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VPC &amp; Assignment json</a:t>
            </a:r>
          </a:p>
          <a:p>
            <a:pPr marL="0" indent="0" algn="ctr">
              <a:lnSpc>
                <a:spcPct val="120000"/>
              </a:lnSpc>
              <a:spcBef>
                <a:spcPts val="0"/>
              </a:spcBef>
              <a:buFont typeface="Wingdings 3" charset="2"/>
              <a:buNone/>
            </a:pPr>
            <a:r>
              <a:rPr lang="en-US" sz="1600" dirty="0"/>
              <a:t>In AWSVPCB Dir or S3 Bucket</a:t>
            </a:r>
          </a:p>
        </p:txBody>
      </p:sp>
      <p:sp>
        <p:nvSpPr>
          <p:cNvPr id="43" name="Content Placeholder 2">
            <a:extLst>
              <a:ext uri="{FF2B5EF4-FFF2-40B4-BE49-F238E27FC236}">
                <a16:creationId xmlns:a16="http://schemas.microsoft.com/office/drawing/2014/main" id="{EDD610BC-C3F2-A725-F838-1AFF1C88EB3B}"/>
              </a:ext>
            </a:extLst>
          </p:cNvPr>
          <p:cNvSpPr txBox="1">
            <a:spLocks/>
          </p:cNvSpPr>
          <p:nvPr/>
        </p:nvSpPr>
        <p:spPr>
          <a:xfrm>
            <a:off x="9977783" y="5821545"/>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Assignment json</a:t>
            </a:r>
          </a:p>
          <a:p>
            <a:pPr marL="0" indent="0" algn="ctr">
              <a:lnSpc>
                <a:spcPct val="120000"/>
              </a:lnSpc>
              <a:spcBef>
                <a:spcPts val="0"/>
              </a:spcBef>
              <a:buFont typeface="Wingdings 3" charset="2"/>
              <a:buNone/>
            </a:pPr>
            <a:r>
              <a:rPr lang="en-US" sz="1600" dirty="0"/>
              <a:t>In S3 Bucket</a:t>
            </a:r>
          </a:p>
        </p:txBody>
      </p:sp>
      <p:cxnSp>
        <p:nvCxnSpPr>
          <p:cNvPr id="44" name="Straight Arrow Connector 43">
            <a:extLst>
              <a:ext uri="{FF2B5EF4-FFF2-40B4-BE49-F238E27FC236}">
                <a16:creationId xmlns:a16="http://schemas.microsoft.com/office/drawing/2014/main" id="{8733E0F2-5FF3-F94A-F1C6-2AC671F6CA50}"/>
              </a:ext>
            </a:extLst>
          </p:cNvPr>
          <p:cNvCxnSpPr>
            <a:cxnSpLocks/>
          </p:cNvCxnSpPr>
          <p:nvPr/>
        </p:nvCxnSpPr>
        <p:spPr>
          <a:xfrm flipV="1">
            <a:off x="3406720" y="5219114"/>
            <a:ext cx="0" cy="628267"/>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8ACD7BCA-E566-4949-80CE-CA263CB69D41}"/>
              </a:ext>
            </a:extLst>
          </p:cNvPr>
          <p:cNvCxnSpPr>
            <a:cxnSpLocks/>
          </p:cNvCxnSpPr>
          <p:nvPr/>
        </p:nvCxnSpPr>
        <p:spPr>
          <a:xfrm flipV="1">
            <a:off x="11048257" y="5193278"/>
            <a:ext cx="0" cy="628267"/>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6" name="Content Placeholder 2">
            <a:extLst>
              <a:ext uri="{FF2B5EF4-FFF2-40B4-BE49-F238E27FC236}">
                <a16:creationId xmlns:a16="http://schemas.microsoft.com/office/drawing/2014/main" id="{1E9CCF81-ADAB-FE55-9356-620A51D3071B}"/>
              </a:ext>
            </a:extLst>
          </p:cNvPr>
          <p:cNvSpPr txBox="1">
            <a:spLocks/>
          </p:cNvSpPr>
          <p:nvPr/>
        </p:nvSpPr>
        <p:spPr>
          <a:xfrm>
            <a:off x="4897487" y="5543864"/>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Logs &amp; </a:t>
            </a:r>
            <a:r>
              <a:rPr lang="en-US" sz="1600" b="1" u="sng" dirty="0" err="1"/>
              <a:t>Diag</a:t>
            </a:r>
            <a:r>
              <a:rPr lang="en-US" sz="1600" b="1" u="sng" dirty="0"/>
              <a:t> Info</a:t>
            </a:r>
          </a:p>
          <a:p>
            <a:pPr marL="0" indent="0" algn="ctr">
              <a:lnSpc>
                <a:spcPct val="120000"/>
              </a:lnSpc>
              <a:spcBef>
                <a:spcPts val="0"/>
              </a:spcBef>
              <a:buFont typeface="Wingdings 3" charset="2"/>
              <a:buNone/>
            </a:pPr>
            <a:r>
              <a:rPr lang="en-US" sz="1600" dirty="0"/>
              <a:t>To S3 Bucket</a:t>
            </a:r>
          </a:p>
        </p:txBody>
      </p:sp>
      <p:cxnSp>
        <p:nvCxnSpPr>
          <p:cNvPr id="47" name="Straight Arrow Connector 46">
            <a:extLst>
              <a:ext uri="{FF2B5EF4-FFF2-40B4-BE49-F238E27FC236}">
                <a16:creationId xmlns:a16="http://schemas.microsoft.com/office/drawing/2014/main" id="{6FCB3BAC-D20A-6CCD-3BD9-18B8F7FBBB6C}"/>
              </a:ext>
            </a:extLst>
          </p:cNvPr>
          <p:cNvCxnSpPr>
            <a:cxnSpLocks/>
          </p:cNvCxnSpPr>
          <p:nvPr/>
        </p:nvCxnSpPr>
        <p:spPr>
          <a:xfrm>
            <a:off x="4628265" y="5193278"/>
            <a:ext cx="407969" cy="33996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0" name="Content Placeholder 2">
            <a:extLst>
              <a:ext uri="{FF2B5EF4-FFF2-40B4-BE49-F238E27FC236}">
                <a16:creationId xmlns:a16="http://schemas.microsoft.com/office/drawing/2014/main" id="{B28551DA-5887-5ACD-CACF-C5D3A2B03CB5}"/>
              </a:ext>
            </a:extLst>
          </p:cNvPr>
          <p:cNvSpPr txBox="1">
            <a:spLocks/>
          </p:cNvSpPr>
          <p:nvPr/>
        </p:nvSpPr>
        <p:spPr>
          <a:xfrm>
            <a:off x="7626454" y="5847381"/>
            <a:ext cx="2140948" cy="525104"/>
          </a:xfrm>
          <a:prstGeom prst="rect">
            <a:avLst/>
          </a:prstGeom>
          <a:solidFill>
            <a:schemeClr val="bg1"/>
          </a:solidFill>
          <a:ln>
            <a:solidFill>
              <a:schemeClr val="tx1"/>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0000"/>
              </a:lnSpc>
              <a:spcBef>
                <a:spcPts val="0"/>
              </a:spcBef>
              <a:buFont typeface="Wingdings 3" charset="2"/>
              <a:buNone/>
            </a:pPr>
            <a:r>
              <a:rPr lang="en-US" sz="1600" b="1" u="sng" dirty="0"/>
              <a:t>Assignment files</a:t>
            </a:r>
          </a:p>
          <a:p>
            <a:pPr marL="0" indent="0" algn="ctr">
              <a:lnSpc>
                <a:spcPct val="120000"/>
              </a:lnSpc>
              <a:spcBef>
                <a:spcPts val="0"/>
              </a:spcBef>
              <a:buFont typeface="Wingdings 3" charset="2"/>
              <a:buNone/>
            </a:pPr>
            <a:r>
              <a:rPr lang="en-US" sz="1600" dirty="0"/>
              <a:t>In S3 Bucket</a:t>
            </a:r>
          </a:p>
        </p:txBody>
      </p:sp>
      <p:cxnSp>
        <p:nvCxnSpPr>
          <p:cNvPr id="51" name="Straight Arrow Connector 50">
            <a:extLst>
              <a:ext uri="{FF2B5EF4-FFF2-40B4-BE49-F238E27FC236}">
                <a16:creationId xmlns:a16="http://schemas.microsoft.com/office/drawing/2014/main" id="{EBE6D340-DCF9-14D6-E3D4-9C7C05D394AF}"/>
              </a:ext>
            </a:extLst>
          </p:cNvPr>
          <p:cNvCxnSpPr>
            <a:cxnSpLocks/>
          </p:cNvCxnSpPr>
          <p:nvPr/>
        </p:nvCxnSpPr>
        <p:spPr>
          <a:xfrm flipV="1">
            <a:off x="8696928" y="5219114"/>
            <a:ext cx="0" cy="628267"/>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3393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5089" y="-10511"/>
            <a:ext cx="5660403" cy="652847"/>
          </a:xfrm>
          <a:solidFill>
            <a:schemeClr val="bg1"/>
          </a:solidFill>
        </p:spPr>
        <p:txBody>
          <a:bodyPr>
            <a:normAutofit fontScale="90000"/>
          </a:bodyPr>
          <a:lstStyle/>
          <a:p>
            <a:r>
              <a:rPr lang="en-US" sz="3200" dirty="0"/>
              <a:t>Sample Havoc Circus json Files</a:t>
            </a:r>
          </a:p>
        </p:txBody>
      </p:sp>
      <p:sp>
        <p:nvSpPr>
          <p:cNvPr id="9" name="Content Placeholder 2">
            <a:extLst>
              <a:ext uri="{FF2B5EF4-FFF2-40B4-BE49-F238E27FC236}">
                <a16:creationId xmlns:a16="http://schemas.microsoft.com/office/drawing/2014/main" id="{C3165D6F-5F1D-44FB-A3E2-E4760250C566}"/>
              </a:ext>
            </a:extLst>
          </p:cNvPr>
          <p:cNvSpPr>
            <a:spLocks noGrp="1"/>
          </p:cNvSpPr>
          <p:nvPr>
            <p:ph idx="1"/>
          </p:nvPr>
        </p:nvSpPr>
        <p:spPr>
          <a:xfrm>
            <a:off x="6496351" y="642336"/>
            <a:ext cx="5660403" cy="6215664"/>
          </a:xfrm>
          <a:solidFill>
            <a:schemeClr val="bg1"/>
          </a:solidFill>
          <a:ln>
            <a:solidFill>
              <a:schemeClr val="tx1"/>
            </a:solidFill>
          </a:ln>
        </p:spPr>
        <p:txBody>
          <a:bodyPr>
            <a:normAutofit lnSpcReduction="10000"/>
          </a:bodyPr>
          <a:lstStyle/>
          <a:p>
            <a:pPr marL="0" indent="0">
              <a:lnSpc>
                <a:spcPct val="110000"/>
              </a:lnSpc>
              <a:spcBef>
                <a:spcPts val="0"/>
              </a:spcBef>
              <a:buNone/>
            </a:pPr>
            <a:r>
              <a:rPr lang="en-US" sz="800" dirty="0"/>
              <a:t>{</a:t>
            </a:r>
          </a:p>
          <a:p>
            <a:pPr marL="0" indent="0">
              <a:lnSpc>
                <a:spcPct val="110000"/>
              </a:lnSpc>
              <a:spcBef>
                <a:spcPts val="0"/>
              </a:spcBef>
              <a:buNone/>
            </a:pPr>
            <a:r>
              <a:rPr lang="en-US" sz="800" dirty="0"/>
              <a:t>  "</a:t>
            </a:r>
            <a:r>
              <a:rPr lang="en-US" sz="800" dirty="0" err="1"/>
              <a:t>HavocMonkey</a:t>
            </a:r>
            <a:r>
              <a:rPr lang="en-US" sz="800" dirty="0"/>
              <a:t>": {</a:t>
            </a:r>
          </a:p>
          <a:p>
            <a:pPr marL="0" indent="0">
              <a:lnSpc>
                <a:spcPct val="110000"/>
              </a:lnSpc>
              <a:spcBef>
                <a:spcPts val="0"/>
              </a:spcBef>
              <a:buNone/>
            </a:pPr>
            <a:r>
              <a:rPr lang="en-US" sz="800" dirty="0"/>
              <a:t>    "</a:t>
            </a:r>
            <a:r>
              <a:rPr lang="en-US" sz="800" dirty="0" err="1"/>
              <a:t>PrimateAssembly</a:t>
            </a:r>
            <a:r>
              <a:rPr lang="en-US" sz="800" dirty="0"/>
              <a:t>": {</a:t>
            </a:r>
          </a:p>
          <a:p>
            <a:pPr marL="0" indent="0">
              <a:lnSpc>
                <a:spcPct val="110000"/>
              </a:lnSpc>
              <a:spcBef>
                <a:spcPts val="0"/>
              </a:spcBef>
              <a:buNone/>
            </a:pPr>
            <a:r>
              <a:rPr lang="en-US" sz="800" dirty="0"/>
              <a:t>      "</a:t>
            </a:r>
            <a:r>
              <a:rPr lang="en-US" sz="800" dirty="0" err="1"/>
              <a:t>PrimateTypeName</a:t>
            </a:r>
            <a:r>
              <a:rPr lang="en-US" sz="800" dirty="0"/>
              <a:t>": "Assignment8.HavocMonkey",</a:t>
            </a:r>
          </a:p>
          <a:p>
            <a:pPr marL="0" indent="0">
              <a:lnSpc>
                <a:spcPct val="110000"/>
              </a:lnSpc>
              <a:spcBef>
                <a:spcPts val="0"/>
              </a:spcBef>
              <a:buNone/>
            </a:pPr>
            <a:r>
              <a:rPr lang="en-US" sz="800" dirty="0"/>
              <a:t>      "</a:t>
            </a:r>
            <a:r>
              <a:rPr lang="en-US" sz="800" dirty="0" err="1"/>
              <a:t>PrimateFileName</a:t>
            </a:r>
            <a:r>
              <a:rPr lang="en-US" sz="800" dirty="0"/>
              <a:t>": "Assignment8.HavocMonkey.dll",</a:t>
            </a:r>
          </a:p>
          <a:p>
            <a:pPr marL="0" indent="0">
              <a:lnSpc>
                <a:spcPct val="110000"/>
              </a:lnSpc>
              <a:spcBef>
                <a:spcPts val="0"/>
              </a:spcBef>
              <a:buNone/>
            </a:pPr>
            <a:r>
              <a:rPr lang="en-US" sz="800" dirty="0"/>
              <a:t>      "</a:t>
            </a:r>
            <a:r>
              <a:rPr lang="en-US" sz="800" dirty="0" err="1"/>
              <a:t>PrimateDependencies</a:t>
            </a: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r>
              <a:rPr lang="en-US" sz="800" dirty="0" err="1"/>
              <a:t>DependencyFileName</a:t>
            </a:r>
            <a:r>
              <a:rPr lang="en-US" sz="800" dirty="0"/>
              <a:t>": "Primate.dll"</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r>
              <a:rPr lang="en-US" sz="800" dirty="0" err="1"/>
              <a:t>PrimatePackages</a:t>
            </a: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r>
              <a:rPr lang="en-US" sz="800" dirty="0" err="1"/>
              <a:t>PrimatePackage</a:t>
            </a:r>
            <a:r>
              <a:rPr lang="en-US" sz="800" dirty="0"/>
              <a:t>": {</a:t>
            </a:r>
          </a:p>
          <a:p>
            <a:pPr marL="0" indent="0">
              <a:lnSpc>
                <a:spcPct val="110000"/>
              </a:lnSpc>
              <a:spcBef>
                <a:spcPts val="0"/>
              </a:spcBef>
              <a:buNone/>
            </a:pPr>
            <a:r>
              <a:rPr lang="en-US" sz="800" dirty="0"/>
              <a:t>          "</a:t>
            </a:r>
            <a:r>
              <a:rPr lang="en-US" sz="800" dirty="0" err="1"/>
              <a:t>TargetHostName</a:t>
            </a:r>
            <a:r>
              <a:rPr lang="en-US" sz="800" dirty="0"/>
              <a:t>": "iis1.cts4743.edu",</a:t>
            </a:r>
          </a:p>
          <a:p>
            <a:pPr marL="0" indent="0">
              <a:lnSpc>
                <a:spcPct val="110000"/>
              </a:lnSpc>
              <a:spcBef>
                <a:spcPts val="0"/>
              </a:spcBef>
              <a:buNone/>
            </a:pPr>
            <a:r>
              <a:rPr lang="en-US" sz="800" dirty="0"/>
              <a:t>          "</a:t>
            </a:r>
            <a:r>
              <a:rPr lang="en-US" sz="800" dirty="0" err="1"/>
              <a:t>TargetUserName</a:t>
            </a:r>
            <a:r>
              <a:rPr lang="en-US" sz="800" dirty="0"/>
              <a:t>": "Administrator",</a:t>
            </a:r>
          </a:p>
          <a:p>
            <a:pPr marL="0" indent="0">
              <a:lnSpc>
                <a:spcPct val="110000"/>
              </a:lnSpc>
              <a:spcBef>
                <a:spcPts val="0"/>
              </a:spcBef>
              <a:buNone/>
            </a:pPr>
            <a:r>
              <a:rPr lang="en-US" sz="800" dirty="0"/>
              <a:t>          "</a:t>
            </a:r>
            <a:r>
              <a:rPr lang="en-US" sz="800" dirty="0" err="1"/>
              <a:t>TargetUserPassword</a:t>
            </a:r>
            <a:r>
              <a:rPr lang="en-US" sz="800" dirty="0"/>
              <a:t>": "</a:t>
            </a:r>
            <a:r>
              <a:rPr lang="en-US" sz="800" dirty="0" err="1"/>
              <a:t>P@oDxV</a:t>
            </a:r>
            <a:r>
              <a:rPr lang="en-US" sz="800" dirty="0"/>
              <a:t>)4-nPUfp$Ar?V@N9Lpjbsnp@W!",</a:t>
            </a:r>
          </a:p>
          <a:p>
            <a:pPr marL="0" indent="0">
              <a:lnSpc>
                <a:spcPct val="110000"/>
              </a:lnSpc>
              <a:spcBef>
                <a:spcPts val="0"/>
              </a:spcBef>
              <a:buNone/>
            </a:pPr>
            <a:r>
              <a:rPr lang="en-US" sz="800" dirty="0"/>
              <a:t>          "</a:t>
            </a:r>
            <a:r>
              <a:rPr lang="en-US" sz="800" dirty="0" err="1"/>
              <a:t>TargetPlatform</a:t>
            </a:r>
            <a:r>
              <a:rPr lang="en-US" sz="800" dirty="0"/>
              <a:t>": "Windows",</a:t>
            </a:r>
          </a:p>
          <a:p>
            <a:pPr marL="0" indent="0">
              <a:lnSpc>
                <a:spcPct val="110000"/>
              </a:lnSpc>
              <a:spcBef>
                <a:spcPts val="0"/>
              </a:spcBef>
              <a:buNone/>
            </a:pPr>
            <a:r>
              <a:rPr lang="en-US" sz="800" dirty="0"/>
              <a:t>          "</a:t>
            </a:r>
            <a:r>
              <a:rPr lang="en-US" sz="800" dirty="0" err="1"/>
              <a:t>TargetPackageFiles</a:t>
            </a: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r>
              <a:rPr lang="en-US" sz="800" dirty="0" err="1"/>
              <a:t>FileName</a:t>
            </a:r>
            <a:r>
              <a:rPr lang="en-US" sz="800" dirty="0"/>
              <a:t>": "</a:t>
            </a:r>
            <a:r>
              <a:rPr lang="en-US" sz="800" dirty="0" err="1"/>
              <a:t>Web.config</a:t>
            </a:r>
            <a:r>
              <a:rPr lang="en-US" sz="800" dirty="0"/>
              <a:t>",</a:t>
            </a:r>
          </a:p>
          <a:p>
            <a:pPr marL="0" indent="0">
              <a:lnSpc>
                <a:spcPct val="110000"/>
              </a:lnSpc>
              <a:spcBef>
                <a:spcPts val="0"/>
              </a:spcBef>
              <a:buNone/>
            </a:pPr>
            <a:r>
              <a:rPr lang="en-US" sz="800" dirty="0"/>
              <a:t>              "</a:t>
            </a:r>
            <a:r>
              <a:rPr lang="en-US" sz="800" dirty="0" err="1"/>
              <a:t>FilePath</a:t>
            </a:r>
            <a:r>
              <a:rPr lang="en-US" sz="800" dirty="0"/>
              <a:t>": "C$\\Web\\</a:t>
            </a:r>
            <a:r>
              <a:rPr lang="en-US" sz="800" dirty="0" err="1"/>
              <a:t>MyFIU</a:t>
            </a:r>
            <a:r>
              <a:rPr lang="en-US" sz="800" dirty="0"/>
              <a:t>\\",</a:t>
            </a:r>
          </a:p>
          <a:p>
            <a:pPr marL="0" indent="0">
              <a:lnSpc>
                <a:spcPct val="110000"/>
              </a:lnSpc>
              <a:spcBef>
                <a:spcPts val="0"/>
              </a:spcBef>
              <a:buNone/>
            </a:pPr>
            <a:r>
              <a:rPr lang="en-US" sz="800" dirty="0"/>
              <a:t>                          "</a:t>
            </a:r>
            <a:r>
              <a:rPr lang="en-US" sz="800" dirty="0" err="1"/>
              <a:t>ForceOverwrite</a:t>
            </a:r>
            <a:r>
              <a:rPr lang="en-US" sz="800" dirty="0"/>
              <a:t>": "true"</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r>
              <a:rPr lang="en-US" sz="800" dirty="0" err="1"/>
              <a:t>PrimateTasks</a:t>
            </a: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r>
              <a:rPr lang="en-US" sz="800" dirty="0" err="1"/>
              <a:t>PrimateTask</a:t>
            </a:r>
            <a:r>
              <a:rPr lang="en-US" sz="800" dirty="0"/>
              <a:t>": {</a:t>
            </a:r>
          </a:p>
          <a:p>
            <a:pPr marL="0" indent="0">
              <a:lnSpc>
                <a:spcPct val="110000"/>
              </a:lnSpc>
              <a:spcBef>
                <a:spcPts val="0"/>
              </a:spcBef>
              <a:buNone/>
            </a:pPr>
            <a:r>
              <a:rPr lang="en-US" sz="800" dirty="0"/>
              <a:t>          "</a:t>
            </a:r>
            <a:r>
              <a:rPr lang="en-US" sz="800" dirty="0" err="1"/>
              <a:t>TaskLabel</a:t>
            </a:r>
            <a:r>
              <a:rPr lang="en-US" sz="800" dirty="0"/>
              <a:t>": "</a:t>
            </a:r>
            <a:r>
              <a:rPr lang="en-US" sz="800" dirty="0" err="1"/>
              <a:t>IISWebConfigMangler</a:t>
            </a:r>
            <a:r>
              <a:rPr lang="en-US" sz="800" dirty="0"/>
              <a:t>",</a:t>
            </a:r>
          </a:p>
          <a:p>
            <a:pPr marL="0" indent="0">
              <a:lnSpc>
                <a:spcPct val="110000"/>
              </a:lnSpc>
              <a:spcBef>
                <a:spcPts val="0"/>
              </a:spcBef>
              <a:buNone/>
            </a:pPr>
            <a:r>
              <a:rPr lang="en-US" sz="800" dirty="0"/>
              <a:t>          "</a:t>
            </a:r>
            <a:r>
              <a:rPr lang="en-US" sz="800" dirty="0" err="1"/>
              <a:t>TargetHostName</a:t>
            </a:r>
            <a:r>
              <a:rPr lang="en-US" sz="800" dirty="0"/>
              <a:t>": "iis1.cts4743.edu",</a:t>
            </a:r>
          </a:p>
          <a:p>
            <a:pPr marL="0" indent="0">
              <a:lnSpc>
                <a:spcPct val="110000"/>
              </a:lnSpc>
              <a:spcBef>
                <a:spcPts val="0"/>
              </a:spcBef>
              <a:buNone/>
            </a:pPr>
            <a:r>
              <a:rPr lang="en-US" sz="800" dirty="0"/>
              <a:t>          "</a:t>
            </a:r>
            <a:r>
              <a:rPr lang="en-US" sz="800" dirty="0" err="1"/>
              <a:t>TargetUserName</a:t>
            </a:r>
            <a:r>
              <a:rPr lang="en-US" sz="800" dirty="0"/>
              <a:t>": "Administrator",</a:t>
            </a:r>
          </a:p>
          <a:p>
            <a:pPr marL="0" indent="0">
              <a:lnSpc>
                <a:spcPct val="110000"/>
              </a:lnSpc>
              <a:spcBef>
                <a:spcPts val="0"/>
              </a:spcBef>
              <a:buNone/>
            </a:pPr>
            <a:r>
              <a:rPr lang="en-US" sz="800" dirty="0"/>
              <a:t>          "</a:t>
            </a:r>
            <a:r>
              <a:rPr lang="en-US" sz="800" dirty="0" err="1"/>
              <a:t>TargetUserPassword</a:t>
            </a:r>
            <a:r>
              <a:rPr lang="en-US" sz="800" dirty="0"/>
              <a:t>": "</a:t>
            </a:r>
            <a:r>
              <a:rPr lang="en-US" sz="800" dirty="0" err="1"/>
              <a:t>P@oDxV</a:t>
            </a:r>
            <a:r>
              <a:rPr lang="en-US" sz="800" dirty="0"/>
              <a:t>)4-nPUfp$Ar?V@N9Lpjbsnp@W!",</a:t>
            </a:r>
          </a:p>
          <a:p>
            <a:pPr marL="0" indent="0">
              <a:lnSpc>
                <a:spcPct val="110000"/>
              </a:lnSpc>
              <a:spcBef>
                <a:spcPts val="0"/>
              </a:spcBef>
              <a:buNone/>
            </a:pPr>
            <a:r>
              <a:rPr lang="en-US" sz="800" dirty="0"/>
              <a:t>          "</a:t>
            </a:r>
            <a:r>
              <a:rPr lang="en-US" sz="800" dirty="0" err="1"/>
              <a:t>TargetPlatform</a:t>
            </a:r>
            <a:r>
              <a:rPr lang="en-US" sz="800" dirty="0"/>
              <a:t>": "Windows",</a:t>
            </a:r>
          </a:p>
          <a:p>
            <a:pPr marL="0" indent="0">
              <a:lnSpc>
                <a:spcPct val="110000"/>
              </a:lnSpc>
              <a:spcBef>
                <a:spcPts val="0"/>
              </a:spcBef>
              <a:buNone/>
            </a:pPr>
            <a:r>
              <a:rPr lang="en-US" sz="800" dirty="0"/>
              <a:t>          "</a:t>
            </a:r>
            <a:r>
              <a:rPr lang="en-US" sz="800" dirty="0" err="1"/>
              <a:t>TaskInitializationCommands</a:t>
            </a: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r>
              <a:rPr lang="en-US" sz="800" dirty="0" err="1"/>
              <a:t>CommandExecutable</a:t>
            </a:r>
            <a:r>
              <a:rPr lang="en-US" sz="800" dirty="0"/>
              <a:t>": "C:\\Windows\\System32\\cmd.exe",</a:t>
            </a:r>
          </a:p>
          <a:p>
            <a:pPr marL="0" indent="0">
              <a:lnSpc>
                <a:spcPct val="110000"/>
              </a:lnSpc>
              <a:spcBef>
                <a:spcPts val="0"/>
              </a:spcBef>
              <a:buNone/>
            </a:pPr>
            <a:r>
              <a:rPr lang="en-US" sz="800" dirty="0"/>
              <a:t>              "</a:t>
            </a:r>
            <a:r>
              <a:rPr lang="en-US" sz="800" dirty="0" err="1"/>
              <a:t>CommandArguments</a:t>
            </a:r>
            <a:r>
              <a:rPr lang="en-US" sz="800" dirty="0"/>
              <a:t>": "/C echo Assignment 8 initialization success on %DATE% %TIME%! &gt; C:\\Assignment8.txt"</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  }</a:t>
            </a:r>
          </a:p>
          <a:p>
            <a:pPr marL="0" indent="0">
              <a:lnSpc>
                <a:spcPct val="110000"/>
              </a:lnSpc>
              <a:spcBef>
                <a:spcPts val="0"/>
              </a:spcBef>
              <a:buNone/>
            </a:pPr>
            <a:r>
              <a:rPr lang="en-US" sz="800" dirty="0"/>
              <a:t>}</a:t>
            </a:r>
          </a:p>
          <a:p>
            <a:pPr marL="0" indent="0">
              <a:lnSpc>
                <a:spcPct val="110000"/>
              </a:lnSpc>
              <a:spcBef>
                <a:spcPts val="0"/>
              </a:spcBef>
              <a:buNone/>
            </a:pPr>
            <a:endParaRPr lang="en-US" sz="800" dirty="0"/>
          </a:p>
        </p:txBody>
      </p:sp>
      <p:sp>
        <p:nvSpPr>
          <p:cNvPr id="28" name="Content Placeholder 2">
            <a:extLst>
              <a:ext uri="{FF2B5EF4-FFF2-40B4-BE49-F238E27FC236}">
                <a16:creationId xmlns:a16="http://schemas.microsoft.com/office/drawing/2014/main" id="{C5ADD4CF-457E-4FEF-A162-6D2EAE0CC1E7}"/>
              </a:ext>
            </a:extLst>
          </p:cNvPr>
          <p:cNvSpPr txBox="1">
            <a:spLocks/>
          </p:cNvSpPr>
          <p:nvPr/>
        </p:nvSpPr>
        <p:spPr>
          <a:xfrm>
            <a:off x="264459" y="642336"/>
            <a:ext cx="5660403" cy="6215664"/>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0"/>
              </a:spcBef>
              <a:buNone/>
            </a:pPr>
            <a:r>
              <a:rPr lang="en-US" sz="900" dirty="0"/>
              <a:t>{</a:t>
            </a:r>
          </a:p>
          <a:p>
            <a:pPr marL="0" indent="0">
              <a:spcBef>
                <a:spcPts val="0"/>
              </a:spcBef>
              <a:buNone/>
            </a:pPr>
            <a:r>
              <a:rPr lang="en-US" sz="900" dirty="0"/>
              <a:t>  "</a:t>
            </a:r>
            <a:r>
              <a:rPr lang="en-US" sz="900" dirty="0" err="1"/>
              <a:t>HavocMonkey</a:t>
            </a:r>
            <a:r>
              <a:rPr lang="en-US" sz="900" dirty="0"/>
              <a:t>": {</a:t>
            </a:r>
          </a:p>
          <a:p>
            <a:pPr marL="0" indent="0">
              <a:spcBef>
                <a:spcPts val="0"/>
              </a:spcBef>
              <a:buNone/>
            </a:pPr>
            <a:r>
              <a:rPr lang="en-US" sz="900" dirty="0"/>
              <a:t>    "</a:t>
            </a:r>
            <a:r>
              <a:rPr lang="en-US" sz="900" dirty="0" err="1"/>
              <a:t>PrimateAssembly</a:t>
            </a:r>
            <a:r>
              <a:rPr lang="en-US" sz="900" dirty="0"/>
              <a:t>": {</a:t>
            </a:r>
          </a:p>
          <a:p>
            <a:pPr marL="0" indent="0">
              <a:spcBef>
                <a:spcPts val="0"/>
              </a:spcBef>
              <a:buNone/>
            </a:pPr>
            <a:r>
              <a:rPr lang="en-US" sz="900" dirty="0"/>
              <a:t>      "</a:t>
            </a:r>
            <a:r>
              <a:rPr lang="en-US" sz="900" dirty="0" err="1"/>
              <a:t>PrimateTypeName</a:t>
            </a:r>
            <a:r>
              <a:rPr lang="en-US" sz="900" dirty="0"/>
              <a:t>": "Assignment5.HavocMonkey",</a:t>
            </a:r>
          </a:p>
          <a:p>
            <a:pPr marL="0" indent="0">
              <a:spcBef>
                <a:spcPts val="0"/>
              </a:spcBef>
              <a:buNone/>
            </a:pPr>
            <a:r>
              <a:rPr lang="en-US" sz="900" dirty="0"/>
              <a:t>      "</a:t>
            </a:r>
            <a:r>
              <a:rPr lang="en-US" sz="900" dirty="0" err="1"/>
              <a:t>PrimateFileName</a:t>
            </a:r>
            <a:r>
              <a:rPr lang="en-US" sz="900" dirty="0"/>
              <a:t>": "Assignment5.HavocMonkey.dll",</a:t>
            </a:r>
          </a:p>
          <a:p>
            <a:pPr marL="0" indent="0">
              <a:spcBef>
                <a:spcPts val="0"/>
              </a:spcBef>
              <a:buNone/>
            </a:pPr>
            <a:r>
              <a:rPr lang="en-US" sz="900" dirty="0"/>
              <a:t>      "</a:t>
            </a:r>
            <a:r>
              <a:rPr lang="en-US" sz="900" dirty="0" err="1"/>
              <a:t>PrimateDependencies</a:t>
            </a: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DependencyFileName</a:t>
            </a:r>
            <a:r>
              <a:rPr lang="en-US" sz="900" dirty="0"/>
              <a:t>": "Primate.dll"</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PrimatePackages</a:t>
            </a: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PrimatePackage</a:t>
            </a:r>
            <a:r>
              <a:rPr lang="en-US" sz="900" dirty="0"/>
              <a:t>": {</a:t>
            </a:r>
          </a:p>
          <a:p>
            <a:pPr marL="0" indent="0">
              <a:spcBef>
                <a:spcPts val="0"/>
              </a:spcBef>
              <a:buNone/>
            </a:pPr>
            <a:r>
              <a:rPr lang="en-US" sz="900" dirty="0"/>
              <a:t>          "</a:t>
            </a:r>
            <a:r>
              <a:rPr lang="en-US" sz="900" dirty="0" err="1"/>
              <a:t>TargetHostName</a:t>
            </a:r>
            <a:r>
              <a:rPr lang="en-US" sz="900" dirty="0"/>
              <a:t>": "iis1.cts4743.edu",</a:t>
            </a:r>
          </a:p>
          <a:p>
            <a:pPr marL="0" indent="0">
              <a:spcBef>
                <a:spcPts val="0"/>
              </a:spcBef>
              <a:buNone/>
            </a:pPr>
            <a:r>
              <a:rPr lang="en-US" sz="900" dirty="0"/>
              <a:t>          "</a:t>
            </a:r>
            <a:r>
              <a:rPr lang="en-US" sz="900" dirty="0" err="1"/>
              <a:t>TargetUserName</a:t>
            </a:r>
            <a:r>
              <a:rPr lang="en-US" sz="900" dirty="0"/>
              <a:t>": "Administrator",</a:t>
            </a:r>
          </a:p>
          <a:p>
            <a:pPr marL="0" indent="0">
              <a:spcBef>
                <a:spcPts val="0"/>
              </a:spcBef>
              <a:buNone/>
            </a:pPr>
            <a:r>
              <a:rPr lang="en-US" sz="900" dirty="0"/>
              <a:t>          "</a:t>
            </a:r>
            <a:r>
              <a:rPr lang="en-US" sz="900" dirty="0" err="1"/>
              <a:t>TargetUserPassword</a:t>
            </a:r>
            <a:r>
              <a:rPr lang="en-US" sz="900" dirty="0"/>
              <a:t>": "</a:t>
            </a:r>
            <a:r>
              <a:rPr lang="en-US" sz="900" dirty="0" err="1"/>
              <a:t>P@oDxV</a:t>
            </a:r>
            <a:r>
              <a:rPr lang="en-US" sz="900" dirty="0"/>
              <a:t>)4-nPUfp$Ar?V@N9Lpjbsnp@W!",</a:t>
            </a:r>
          </a:p>
          <a:p>
            <a:pPr marL="0" indent="0">
              <a:spcBef>
                <a:spcPts val="0"/>
              </a:spcBef>
              <a:buNone/>
            </a:pPr>
            <a:r>
              <a:rPr lang="en-US" sz="900" dirty="0"/>
              <a:t>          "</a:t>
            </a:r>
            <a:r>
              <a:rPr lang="en-US" sz="900" dirty="0" err="1"/>
              <a:t>TargetPlatform</a:t>
            </a:r>
            <a:r>
              <a:rPr lang="en-US" sz="900" dirty="0"/>
              <a:t>": "Windows",</a:t>
            </a:r>
          </a:p>
          <a:p>
            <a:pPr marL="0" indent="0">
              <a:spcBef>
                <a:spcPts val="0"/>
              </a:spcBef>
              <a:buNone/>
            </a:pPr>
            <a:r>
              <a:rPr lang="en-US" sz="900" dirty="0"/>
              <a:t>          "</a:t>
            </a:r>
            <a:r>
              <a:rPr lang="en-US" sz="900" dirty="0" err="1"/>
              <a:t>TargetPackageFiles</a:t>
            </a: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FileName</a:t>
            </a:r>
            <a:r>
              <a:rPr lang="en-US" sz="900" dirty="0"/>
              <a:t>": "MemoryLocker.exe",</a:t>
            </a:r>
          </a:p>
          <a:p>
            <a:pPr marL="0" indent="0">
              <a:spcBef>
                <a:spcPts val="0"/>
              </a:spcBef>
              <a:buNone/>
            </a:pPr>
            <a:r>
              <a:rPr lang="en-US" sz="900" dirty="0"/>
              <a:t>              "</a:t>
            </a:r>
            <a:r>
              <a:rPr lang="en-US" sz="900" dirty="0" err="1"/>
              <a:t>FilePath</a:t>
            </a:r>
            <a:r>
              <a:rPr lang="en-US" sz="900" dirty="0"/>
              <a:t>": "C$\\Apps\\</a:t>
            </a:r>
            <a:r>
              <a:rPr lang="en-US" sz="900" dirty="0" err="1"/>
              <a:t>MemoryLocker</a:t>
            </a:r>
            <a:r>
              <a:rPr lang="en-US" sz="900" dirty="0"/>
              <a:t>\\"</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FileName</a:t>
            </a:r>
            <a:r>
              <a:rPr lang="en-US" sz="900" dirty="0"/>
              <a:t>": "</a:t>
            </a:r>
            <a:r>
              <a:rPr lang="en-US" sz="900" dirty="0" err="1"/>
              <a:t>MemoryWorker.runtimeconfig.json</a:t>
            </a:r>
            <a:r>
              <a:rPr lang="en-US" sz="900" dirty="0"/>
              <a:t>",</a:t>
            </a:r>
          </a:p>
          <a:p>
            <a:pPr marL="0" indent="0">
              <a:spcBef>
                <a:spcPts val="0"/>
              </a:spcBef>
              <a:buNone/>
            </a:pPr>
            <a:r>
              <a:rPr lang="en-US" sz="900" dirty="0"/>
              <a:t>              "</a:t>
            </a:r>
            <a:r>
              <a:rPr lang="en-US" sz="900" dirty="0" err="1"/>
              <a:t>FilePath</a:t>
            </a:r>
            <a:r>
              <a:rPr lang="en-US" sz="900" dirty="0"/>
              <a:t>": "C$\\Apps\\</a:t>
            </a:r>
            <a:r>
              <a:rPr lang="en-US" sz="900" dirty="0" err="1"/>
              <a:t>MemoryWorker</a:t>
            </a:r>
            <a:r>
              <a:rPr lang="en-US" sz="900" dirty="0"/>
              <a:t>\\"</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PrimatePackage</a:t>
            </a:r>
            <a:r>
              <a:rPr lang="en-US" sz="900" dirty="0"/>
              <a:t>": {</a:t>
            </a:r>
          </a:p>
          <a:p>
            <a:pPr marL="0" indent="0">
              <a:spcBef>
                <a:spcPts val="0"/>
              </a:spcBef>
              <a:buNone/>
            </a:pPr>
            <a:r>
              <a:rPr lang="en-US" sz="900" dirty="0"/>
              <a:t>          "</a:t>
            </a:r>
            <a:r>
              <a:rPr lang="en-US" sz="900" dirty="0" err="1"/>
              <a:t>TargetHostName</a:t>
            </a:r>
            <a:r>
              <a:rPr lang="en-US" sz="900" dirty="0"/>
              <a:t>": "linux1.cts4743.edu",</a:t>
            </a:r>
          </a:p>
          <a:p>
            <a:pPr marL="0" indent="0">
              <a:spcBef>
                <a:spcPts val="0"/>
              </a:spcBef>
              <a:buNone/>
            </a:pPr>
            <a:r>
              <a:rPr lang="en-US" sz="900" dirty="0"/>
              <a:t>          "</a:t>
            </a:r>
            <a:r>
              <a:rPr lang="en-US" sz="900" dirty="0" err="1"/>
              <a:t>TargetUserName</a:t>
            </a:r>
            <a:r>
              <a:rPr lang="en-US" sz="900" dirty="0"/>
              <a:t>": "ec2-user",</a:t>
            </a:r>
          </a:p>
          <a:p>
            <a:pPr marL="0" indent="0">
              <a:spcBef>
                <a:spcPts val="0"/>
              </a:spcBef>
              <a:buNone/>
            </a:pPr>
            <a:r>
              <a:rPr lang="en-US" sz="900" dirty="0"/>
              <a:t>          "</a:t>
            </a:r>
            <a:r>
              <a:rPr lang="en-US" sz="900" dirty="0" err="1"/>
              <a:t>TargetUserPassword</a:t>
            </a:r>
            <a:r>
              <a:rPr lang="en-US" sz="900" dirty="0"/>
              <a:t>": "cts4743",</a:t>
            </a:r>
          </a:p>
          <a:p>
            <a:pPr marL="0" indent="0">
              <a:spcBef>
                <a:spcPts val="0"/>
              </a:spcBef>
              <a:buNone/>
            </a:pPr>
            <a:r>
              <a:rPr lang="en-US" sz="900" dirty="0"/>
              <a:t>          "</a:t>
            </a:r>
            <a:r>
              <a:rPr lang="en-US" sz="900" dirty="0" err="1"/>
              <a:t>TargetPlatform</a:t>
            </a:r>
            <a:r>
              <a:rPr lang="en-US" sz="900" dirty="0"/>
              <a:t>": "Linux",</a:t>
            </a:r>
          </a:p>
          <a:p>
            <a:pPr marL="0" indent="0">
              <a:spcBef>
                <a:spcPts val="0"/>
              </a:spcBef>
              <a:buNone/>
            </a:pPr>
            <a:r>
              <a:rPr lang="en-US" sz="900" dirty="0"/>
              <a:t>          "</a:t>
            </a:r>
            <a:r>
              <a:rPr lang="en-US" sz="900" dirty="0" err="1"/>
              <a:t>TargetPackageFiles</a:t>
            </a: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FileName</a:t>
            </a:r>
            <a:r>
              <a:rPr lang="en-US" sz="900" dirty="0"/>
              <a:t>": "CPUWorker.exe",</a:t>
            </a:r>
          </a:p>
          <a:p>
            <a:pPr marL="0" indent="0">
              <a:spcBef>
                <a:spcPts val="0"/>
              </a:spcBef>
              <a:buNone/>
            </a:pPr>
            <a:r>
              <a:rPr lang="en-US" sz="900" dirty="0"/>
              <a:t>              "</a:t>
            </a:r>
            <a:r>
              <a:rPr lang="en-US" sz="900" dirty="0" err="1"/>
              <a:t>FilePath</a:t>
            </a:r>
            <a:r>
              <a:rPr lang="en-US" sz="900" dirty="0"/>
              <a:t>": "/</a:t>
            </a:r>
            <a:r>
              <a:rPr lang="en-US" sz="900" dirty="0" err="1"/>
              <a:t>usr</a:t>
            </a:r>
            <a:r>
              <a:rPr lang="en-US" sz="900" dirty="0"/>
              <a:t>/bin/cts4743/apps/</a:t>
            </a:r>
            <a:r>
              <a:rPr lang="en-US" sz="900" dirty="0" err="1"/>
              <a:t>cpu_worker</a:t>
            </a:r>
            <a:r>
              <a:rPr lang="en-US" sz="900" dirty="0"/>
              <a:t>/"</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a:t>
            </a:r>
          </a:p>
          <a:p>
            <a:pPr marL="0" indent="0">
              <a:spcBef>
                <a:spcPts val="0"/>
              </a:spcBef>
              <a:buNone/>
            </a:pPr>
            <a:r>
              <a:rPr lang="en-US" sz="900" dirty="0"/>
              <a:t>            {</a:t>
            </a:r>
          </a:p>
          <a:p>
            <a:pPr marL="0" indent="0">
              <a:spcBef>
                <a:spcPts val="0"/>
              </a:spcBef>
              <a:buNone/>
            </a:pPr>
            <a:r>
              <a:rPr lang="en-US" sz="900" dirty="0"/>
              <a:t>              "</a:t>
            </a:r>
            <a:r>
              <a:rPr lang="en-US" sz="900" dirty="0" err="1"/>
              <a:t>FileName</a:t>
            </a:r>
            <a:r>
              <a:rPr lang="en-US" sz="900" dirty="0"/>
              <a:t>": "</a:t>
            </a:r>
            <a:r>
              <a:rPr lang="en-US" sz="900" dirty="0" err="1"/>
              <a:t>CPUWorker.runtimeconfig.json</a:t>
            </a:r>
            <a:r>
              <a:rPr lang="en-US" sz="900" dirty="0"/>
              <a:t>",</a:t>
            </a:r>
          </a:p>
          <a:p>
            <a:pPr marL="0" indent="0">
              <a:spcBef>
                <a:spcPts val="0"/>
              </a:spcBef>
              <a:buNone/>
            </a:pPr>
            <a:r>
              <a:rPr lang="en-US" sz="900" dirty="0"/>
              <a:t>              "</a:t>
            </a:r>
            <a:r>
              <a:rPr lang="en-US" sz="900" dirty="0" err="1"/>
              <a:t>FilePath</a:t>
            </a:r>
            <a:r>
              <a:rPr lang="en-US" sz="900" dirty="0"/>
              <a:t>": "/</a:t>
            </a:r>
            <a:r>
              <a:rPr lang="en-US" sz="900" dirty="0" err="1"/>
              <a:t>usr</a:t>
            </a:r>
            <a:r>
              <a:rPr lang="en-US" sz="900" dirty="0"/>
              <a:t>/bin/cts4743/apps/</a:t>
            </a:r>
            <a:r>
              <a:rPr lang="en-US" sz="900" dirty="0" err="1"/>
              <a:t>cpu_worker</a:t>
            </a:r>
            <a:r>
              <a:rPr lang="en-US" sz="900" dirty="0"/>
              <a:t>/"</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PrimateTasks</a:t>
            </a: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PrimateTask</a:t>
            </a:r>
            <a:r>
              <a:rPr lang="en-US" sz="900" dirty="0"/>
              <a:t>": {</a:t>
            </a:r>
          </a:p>
          <a:p>
            <a:pPr marL="0" indent="0">
              <a:spcBef>
                <a:spcPts val="0"/>
              </a:spcBef>
              <a:buNone/>
            </a:pPr>
            <a:r>
              <a:rPr lang="en-US" sz="900" dirty="0"/>
              <a:t>          "</a:t>
            </a:r>
            <a:r>
              <a:rPr lang="en-US" sz="900" dirty="0" err="1"/>
              <a:t>TaskLabel</a:t>
            </a:r>
            <a:r>
              <a:rPr lang="en-US" sz="900" dirty="0"/>
              <a:t>": "</a:t>
            </a:r>
            <a:r>
              <a:rPr lang="en-US" sz="900" dirty="0" err="1"/>
              <a:t>MemoryWorker</a:t>
            </a:r>
            <a:r>
              <a:rPr lang="en-US" sz="900" dirty="0"/>
              <a:t>",</a:t>
            </a:r>
          </a:p>
          <a:p>
            <a:pPr marL="0" indent="0">
              <a:spcBef>
                <a:spcPts val="0"/>
              </a:spcBef>
              <a:buNone/>
            </a:pPr>
            <a:r>
              <a:rPr lang="en-US" sz="900" dirty="0"/>
              <a:t>          "</a:t>
            </a:r>
            <a:r>
              <a:rPr lang="en-US" sz="900" dirty="0" err="1"/>
              <a:t>TargetHostName</a:t>
            </a:r>
            <a:r>
              <a:rPr lang="en-US" sz="900" dirty="0"/>
              <a:t>": "iis1.cts4743.edu",</a:t>
            </a:r>
          </a:p>
          <a:p>
            <a:pPr marL="0" indent="0">
              <a:spcBef>
                <a:spcPts val="0"/>
              </a:spcBef>
              <a:buNone/>
            </a:pPr>
            <a:r>
              <a:rPr lang="en-US" sz="900" dirty="0"/>
              <a:t>          "</a:t>
            </a:r>
            <a:r>
              <a:rPr lang="en-US" sz="900" dirty="0" err="1"/>
              <a:t>TargetUserName</a:t>
            </a:r>
            <a:r>
              <a:rPr lang="en-US" sz="900" dirty="0"/>
              <a:t>": "Administrator",</a:t>
            </a:r>
          </a:p>
          <a:p>
            <a:pPr marL="0" indent="0">
              <a:spcBef>
                <a:spcPts val="0"/>
              </a:spcBef>
              <a:buNone/>
            </a:pPr>
            <a:r>
              <a:rPr lang="en-US" sz="900" dirty="0"/>
              <a:t>          "</a:t>
            </a:r>
            <a:r>
              <a:rPr lang="en-US" sz="900" dirty="0" err="1"/>
              <a:t>TargetUserPassword</a:t>
            </a:r>
            <a:r>
              <a:rPr lang="en-US" sz="900" dirty="0"/>
              <a:t>": "</a:t>
            </a:r>
            <a:r>
              <a:rPr lang="en-US" sz="900" dirty="0" err="1"/>
              <a:t>P@oDxV</a:t>
            </a:r>
            <a:r>
              <a:rPr lang="en-US" sz="900" dirty="0"/>
              <a:t>)4-nPUfp$Ar?V@N9Lpjbsnp@W!",</a:t>
            </a:r>
          </a:p>
          <a:p>
            <a:pPr marL="0" indent="0">
              <a:spcBef>
                <a:spcPts val="0"/>
              </a:spcBef>
              <a:buNone/>
            </a:pPr>
            <a:r>
              <a:rPr lang="en-US" sz="900" dirty="0"/>
              <a:t>          "</a:t>
            </a:r>
            <a:r>
              <a:rPr lang="en-US" sz="900" dirty="0" err="1"/>
              <a:t>TargetPlatform</a:t>
            </a:r>
            <a:r>
              <a:rPr lang="en-US" sz="900" dirty="0"/>
              <a:t>": "Windows",</a:t>
            </a:r>
          </a:p>
          <a:p>
            <a:pPr marL="0" indent="0">
              <a:spcBef>
                <a:spcPts val="0"/>
              </a:spcBef>
              <a:buNone/>
            </a:pPr>
            <a:r>
              <a:rPr lang="en-US" sz="900" dirty="0"/>
              <a:t>          "</a:t>
            </a:r>
            <a:r>
              <a:rPr lang="en-US" sz="900" dirty="0" err="1"/>
              <a:t>TaskInitializationCommands</a:t>
            </a: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CommandExecutable</a:t>
            </a:r>
            <a:r>
              <a:rPr lang="en-US" sz="900" dirty="0"/>
              <a:t>": "C:\\Apps\\MemoryLocker\\MemoryLocker.exe",</a:t>
            </a:r>
          </a:p>
          <a:p>
            <a:pPr marL="0" indent="0">
              <a:spcBef>
                <a:spcPts val="0"/>
              </a:spcBef>
              <a:buNone/>
            </a:pPr>
            <a:r>
              <a:rPr lang="en-US" sz="900" dirty="0"/>
              <a:t>              "</a:t>
            </a:r>
            <a:r>
              <a:rPr lang="en-US" sz="900" dirty="0" err="1"/>
              <a:t>CommandArguments</a:t>
            </a:r>
            <a:r>
              <a:rPr lang="en-US" sz="900" dirty="0"/>
              <a:t>": "384"</a:t>
            </a:r>
          </a:p>
          <a:p>
            <a:pPr marL="0" indent="0">
              <a:spcBef>
                <a:spcPts val="0"/>
              </a:spcBef>
              <a:buNone/>
            </a:pPr>
            <a:r>
              <a:rPr lang="en-US" sz="900" dirty="0"/>
              <a:t>…….</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PrimateTask</a:t>
            </a:r>
            <a:r>
              <a:rPr lang="en-US" sz="900" dirty="0"/>
              <a:t>": {</a:t>
            </a:r>
          </a:p>
          <a:p>
            <a:pPr marL="0" indent="0">
              <a:spcBef>
                <a:spcPts val="0"/>
              </a:spcBef>
              <a:buNone/>
            </a:pPr>
            <a:r>
              <a:rPr lang="en-US" sz="900" dirty="0"/>
              <a:t>          "</a:t>
            </a:r>
            <a:r>
              <a:rPr lang="en-US" sz="900" dirty="0" err="1"/>
              <a:t>TaskLabel</a:t>
            </a:r>
            <a:r>
              <a:rPr lang="en-US" sz="900" dirty="0"/>
              <a:t>": "</a:t>
            </a:r>
            <a:r>
              <a:rPr lang="en-US" sz="900" dirty="0" err="1"/>
              <a:t>CPUWorker</a:t>
            </a:r>
            <a:r>
              <a:rPr lang="en-US" sz="900" dirty="0"/>
              <a:t>",</a:t>
            </a:r>
          </a:p>
          <a:p>
            <a:pPr marL="0" indent="0">
              <a:spcBef>
                <a:spcPts val="0"/>
              </a:spcBef>
              <a:buNone/>
            </a:pPr>
            <a:r>
              <a:rPr lang="en-US" sz="900" dirty="0"/>
              <a:t>          "</a:t>
            </a:r>
            <a:r>
              <a:rPr lang="en-US" sz="900" dirty="0" err="1"/>
              <a:t>TargetHostName</a:t>
            </a:r>
            <a:r>
              <a:rPr lang="en-US" sz="900" dirty="0"/>
              <a:t>": "linux1.cts4743.edu",</a:t>
            </a:r>
          </a:p>
          <a:p>
            <a:pPr marL="0" indent="0">
              <a:spcBef>
                <a:spcPts val="0"/>
              </a:spcBef>
              <a:buNone/>
            </a:pPr>
            <a:r>
              <a:rPr lang="en-US" sz="900" dirty="0"/>
              <a:t>          "</a:t>
            </a:r>
            <a:r>
              <a:rPr lang="en-US" sz="900" dirty="0" err="1"/>
              <a:t>TargetUserName</a:t>
            </a:r>
            <a:r>
              <a:rPr lang="en-US" sz="900" dirty="0"/>
              <a:t>": "ec2-user",</a:t>
            </a:r>
          </a:p>
          <a:p>
            <a:pPr marL="0" indent="0">
              <a:spcBef>
                <a:spcPts val="0"/>
              </a:spcBef>
              <a:buNone/>
            </a:pPr>
            <a:r>
              <a:rPr lang="en-US" sz="900" dirty="0"/>
              <a:t>          "</a:t>
            </a:r>
            <a:r>
              <a:rPr lang="en-US" sz="900" dirty="0" err="1"/>
              <a:t>TargetUserPassword</a:t>
            </a:r>
            <a:r>
              <a:rPr lang="en-US" sz="900" dirty="0"/>
              <a:t>": "cts4743",</a:t>
            </a:r>
          </a:p>
          <a:p>
            <a:pPr marL="0" indent="0">
              <a:spcBef>
                <a:spcPts val="0"/>
              </a:spcBef>
              <a:buNone/>
            </a:pPr>
            <a:r>
              <a:rPr lang="en-US" sz="900" dirty="0"/>
              <a:t>          "</a:t>
            </a:r>
            <a:r>
              <a:rPr lang="en-US" sz="900" dirty="0" err="1"/>
              <a:t>TargetPlatform</a:t>
            </a:r>
            <a:r>
              <a:rPr lang="en-US" sz="900" dirty="0"/>
              <a:t>": "Linux",</a:t>
            </a:r>
          </a:p>
          <a:p>
            <a:pPr marL="0" indent="0">
              <a:spcBef>
                <a:spcPts val="0"/>
              </a:spcBef>
              <a:buNone/>
            </a:pPr>
            <a:r>
              <a:rPr lang="en-US" sz="900" dirty="0"/>
              <a:t>          "</a:t>
            </a:r>
            <a:r>
              <a:rPr lang="en-US" sz="900" dirty="0" err="1"/>
              <a:t>TaskInitializationCommands</a:t>
            </a:r>
            <a:r>
              <a:rPr lang="en-US" sz="900" dirty="0"/>
              <a:t>": [</a:t>
            </a:r>
          </a:p>
          <a:p>
            <a:pPr marL="0" indent="0">
              <a:spcBef>
                <a:spcPts val="0"/>
              </a:spcBef>
              <a:buNone/>
            </a:pPr>
            <a:r>
              <a:rPr lang="en-US" sz="900" dirty="0"/>
              <a:t>            {</a:t>
            </a:r>
          </a:p>
          <a:p>
            <a:pPr marL="0" indent="0">
              <a:spcBef>
                <a:spcPts val="0"/>
              </a:spcBef>
              <a:buNone/>
            </a:pPr>
            <a:r>
              <a:rPr lang="en-US" sz="900" dirty="0"/>
              <a:t>              "</a:t>
            </a:r>
            <a:r>
              <a:rPr lang="en-US" sz="900" dirty="0" err="1"/>
              <a:t>CommandExecutable</a:t>
            </a:r>
            <a:r>
              <a:rPr lang="en-US" sz="900" dirty="0"/>
              <a:t>": "\"`</a:t>
            </a:r>
            <a:r>
              <a:rPr lang="en-US" sz="900" dirty="0" err="1"/>
              <a:t>nohup</a:t>
            </a:r>
            <a:r>
              <a:rPr lang="en-US" sz="900" dirty="0"/>
              <a:t> dotnet \"/</a:t>
            </a:r>
            <a:r>
              <a:rPr lang="en-US" sz="900" dirty="0" err="1"/>
              <a:t>usr</a:t>
            </a:r>
            <a:r>
              <a:rPr lang="en-US" sz="900" dirty="0"/>
              <a:t>/bin/cts4743/apps/</a:t>
            </a:r>
            <a:r>
              <a:rPr lang="en-US" sz="900" dirty="0" err="1"/>
              <a:t>cpu_worker</a:t>
            </a:r>
            <a:r>
              <a:rPr lang="en-US" sz="900" dirty="0"/>
              <a:t>/CPUWorker.dll 1 20000000000 125\" &gt; /dev/null 2&gt;&amp;1 &amp;`\"",</a:t>
            </a:r>
          </a:p>
          <a:p>
            <a:pPr marL="0" indent="0">
              <a:spcBef>
                <a:spcPts val="0"/>
              </a:spcBef>
              <a:buNone/>
            </a:pPr>
            <a:r>
              <a:rPr lang="en-US" sz="900" dirty="0"/>
              <a:t>              "</a:t>
            </a:r>
            <a:r>
              <a:rPr lang="en-US" sz="900" dirty="0" err="1"/>
              <a:t>CommandArguments</a:t>
            </a:r>
            <a:r>
              <a:rPr lang="en-US" sz="900" dirty="0"/>
              <a:t>": ""</a:t>
            </a:r>
          </a:p>
          <a:p>
            <a:pPr marL="0" indent="0">
              <a:spcBef>
                <a:spcPts val="0"/>
              </a:spcBef>
              <a:buNone/>
            </a:pPr>
            <a:r>
              <a:rPr lang="en-US" sz="900" dirty="0"/>
              <a:t>            },</a:t>
            </a:r>
          </a:p>
          <a:p>
            <a:pPr marL="0" indent="0">
              <a:spcBef>
                <a:spcPts val="0"/>
              </a:spcBef>
              <a:buNone/>
            </a:pPr>
            <a:r>
              <a:rPr lang="en-US" sz="900" dirty="0"/>
              <a:t>……….</a:t>
            </a:r>
          </a:p>
          <a:p>
            <a:pPr marL="0" indent="0">
              <a:spcBef>
                <a:spcPts val="0"/>
              </a:spcBef>
              <a:buNone/>
            </a:pPr>
            <a:endParaRPr lang="en-US" sz="1000" dirty="0"/>
          </a:p>
        </p:txBody>
      </p:sp>
    </p:spTree>
    <p:extLst>
      <p:ext uri="{BB962C8B-B14F-4D97-AF65-F5344CB8AC3E}">
        <p14:creationId xmlns:p14="http://schemas.microsoft.com/office/powerpoint/2010/main" val="3712130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88E89-2FD5-4EE8-BBBA-AFBCAA8DF7C8}"/>
              </a:ext>
            </a:extLst>
          </p:cNvPr>
          <p:cNvSpPr>
            <a:spLocks noGrp="1"/>
          </p:cNvSpPr>
          <p:nvPr>
            <p:ph type="title"/>
          </p:nvPr>
        </p:nvSpPr>
        <p:spPr>
          <a:xfrm>
            <a:off x="564599" y="133611"/>
            <a:ext cx="8596668" cy="780789"/>
          </a:xfrm>
        </p:spPr>
        <p:txBody>
          <a:bodyPr/>
          <a:lstStyle/>
          <a:p>
            <a:r>
              <a:rPr lang="en-US" dirty="0"/>
              <a:t>AWSVPCB Logging</a:t>
            </a:r>
          </a:p>
        </p:txBody>
      </p:sp>
      <p:sp>
        <p:nvSpPr>
          <p:cNvPr id="3" name="Content Placeholder 2">
            <a:extLst>
              <a:ext uri="{FF2B5EF4-FFF2-40B4-BE49-F238E27FC236}">
                <a16:creationId xmlns:a16="http://schemas.microsoft.com/office/drawing/2014/main" id="{E5F1C779-691F-4DE3-878B-A04823B1934E}"/>
              </a:ext>
            </a:extLst>
          </p:cNvPr>
          <p:cNvSpPr>
            <a:spLocks noGrp="1"/>
          </p:cNvSpPr>
          <p:nvPr>
            <p:ph idx="1"/>
          </p:nvPr>
        </p:nvSpPr>
        <p:spPr>
          <a:xfrm>
            <a:off x="564598" y="914400"/>
            <a:ext cx="9398267" cy="1121230"/>
          </a:xfrm>
        </p:spPr>
        <p:txBody>
          <a:bodyPr>
            <a:normAutofit lnSpcReduction="10000"/>
          </a:bodyPr>
          <a:lstStyle/>
          <a:p>
            <a:r>
              <a:rPr lang="en-US" dirty="0"/>
              <a:t>Optional logging to AWS </a:t>
            </a:r>
            <a:r>
              <a:rPr lang="en-US" dirty="0" err="1"/>
              <a:t>cloudwatch</a:t>
            </a:r>
            <a:r>
              <a:rPr lang="en-US" dirty="0"/>
              <a:t> is built into the AWSVPCB system.  This allows you to rack the progress of students and whether they made a mistake when running the scripts. AWS account with IAM user that has access to </a:t>
            </a:r>
            <a:r>
              <a:rPr lang="en-US" dirty="0" err="1"/>
              <a:t>cloudwatch</a:t>
            </a:r>
            <a:r>
              <a:rPr lang="en-US" dirty="0"/>
              <a:t> must be created outside of tool.</a:t>
            </a:r>
          </a:p>
        </p:txBody>
      </p:sp>
      <p:pic>
        <p:nvPicPr>
          <p:cNvPr id="4" name="Picture 3">
            <a:extLst>
              <a:ext uri="{FF2B5EF4-FFF2-40B4-BE49-F238E27FC236}">
                <a16:creationId xmlns:a16="http://schemas.microsoft.com/office/drawing/2014/main" id="{71AEE16A-324D-45F1-B4C7-CF7348306C95}"/>
              </a:ext>
            </a:extLst>
          </p:cNvPr>
          <p:cNvPicPr>
            <a:picLocks noChangeAspect="1"/>
          </p:cNvPicPr>
          <p:nvPr/>
        </p:nvPicPr>
        <p:blipFill>
          <a:blip r:embed="rId2"/>
          <a:stretch>
            <a:fillRect/>
          </a:stretch>
        </p:blipFill>
        <p:spPr>
          <a:xfrm>
            <a:off x="1301959" y="2008154"/>
            <a:ext cx="9588081" cy="4832959"/>
          </a:xfrm>
          <a:prstGeom prst="rect">
            <a:avLst/>
          </a:prstGeom>
        </p:spPr>
      </p:pic>
    </p:spTree>
    <p:extLst>
      <p:ext uri="{BB962C8B-B14F-4D97-AF65-F5344CB8AC3E}">
        <p14:creationId xmlns:p14="http://schemas.microsoft.com/office/powerpoint/2010/main" val="1771016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6959F38EA55A4BA90BA73BD8B74083" ma:contentTypeVersion="13" ma:contentTypeDescription="Create a new document." ma:contentTypeScope="" ma:versionID="02c83718e2411f695ceb784d34d52427">
  <xsd:schema xmlns:xsd="http://www.w3.org/2001/XMLSchema" xmlns:xs="http://www.w3.org/2001/XMLSchema" xmlns:p="http://schemas.microsoft.com/office/2006/metadata/properties" xmlns:ns3="2f666f7d-4503-4647-b182-f8b2e2a05849" xmlns:ns4="ff1a04ce-0f6a-4e54-aa68-463e363c0365" targetNamespace="http://schemas.microsoft.com/office/2006/metadata/properties" ma:root="true" ma:fieldsID="8244cbcf69d4fff458706893af0db0ac" ns3:_="" ns4:_="">
    <xsd:import namespace="2f666f7d-4503-4647-b182-f8b2e2a05849"/>
    <xsd:import namespace="ff1a04ce-0f6a-4e54-aa68-463e363c0365"/>
    <xsd:element name="properties">
      <xsd:complexType>
        <xsd:sequence>
          <xsd:element name="documentManagement">
            <xsd:complexType>
              <xsd:all>
                <xsd:element ref="ns3:SharedWithUsers" minOccurs="0"/>
                <xsd:element ref="ns4:MediaServiceMetadata" minOccurs="0"/>
                <xsd:element ref="ns4:MediaServiceFastMetadata" minOccurs="0"/>
                <xsd:element ref="ns4:MediaServiceDateTaken" minOccurs="0"/>
                <xsd:element ref="ns3:SharedWithDetails" minOccurs="0"/>
                <xsd:element ref="ns3:SharingHintHash" minOccurs="0"/>
                <xsd:element ref="ns4:MediaServiceAutoTags" minOccurs="0"/>
                <xsd:element ref="ns4:MediaServiceLocation" minOccurs="0"/>
                <xsd:element ref="ns4:MediaServiceOCR" minOccurs="0"/>
                <xsd:element ref="ns4:MediaServiceEventHashCode" minOccurs="0"/>
                <xsd:element ref="ns4:MediaServiceGenerationTim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666f7d-4503-4647-b182-f8b2e2a05849"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description="" ma:internalName="SharedWithDetails" ma:readOnly="true">
      <xsd:simpleType>
        <xsd:restriction base="dms:Note">
          <xsd:maxLength value="255"/>
        </xsd:restriction>
      </xsd:simpleType>
    </xsd:element>
    <xsd:element name="SharingHintHash" ma:index="13"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1a04ce-0f6a-4e54-aa68-463e363c0365" elementFormDefault="qualified">
    <xsd:import namespace="http://schemas.microsoft.com/office/2006/documentManagement/types"/>
    <xsd:import namespace="http://schemas.microsoft.com/office/infopath/2007/PartnerControls"/>
    <xsd:element name="MediaServiceMetadata" ma:index="9" nillable="true" ma:displayName="MediaServiceMetadata" ma:description="" ma:hidden="true" ma:internalName="MediaServiceMetadata" ma:readOnly="true">
      <xsd:simpleType>
        <xsd:restriction base="dms:Note"/>
      </xsd:simpleType>
    </xsd:element>
    <xsd:element name="MediaServiceFastMetadata" ma:index="10" nillable="true" ma:displayName="MediaServiceFastMetadata" ma:description="" ma:hidden="true" ma:internalName="MediaServiceFastMetadata" ma:readOnly="true">
      <xsd:simpleType>
        <xsd:restriction base="dms:Note"/>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0FA3599-F21D-4C17-8E5C-4103717058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666f7d-4503-4647-b182-f8b2e2a05849"/>
    <ds:schemaRef ds:uri="ff1a04ce-0f6a-4e54-aa68-463e363c03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1BB850-1994-4BB3-B7F0-AF1262EF5EE3}">
  <ds:schemaRefs>
    <ds:schemaRef ds:uri="http://schemas.microsoft.com/sharepoint/v3/contenttype/forms"/>
  </ds:schemaRefs>
</ds:datastoreItem>
</file>

<file path=customXml/itemProps3.xml><?xml version="1.0" encoding="utf-8"?>
<ds:datastoreItem xmlns:ds="http://schemas.openxmlformats.org/officeDocument/2006/customXml" ds:itemID="{A3891B2B-3C5F-48A0-8BF8-24665B92FEF0}">
  <ds:schemaRefs>
    <ds:schemaRef ds:uri="2f666f7d-4503-4647-b182-f8b2e2a05849"/>
    <ds:schemaRef ds:uri="http://purl.org/dc/elements/1.1/"/>
    <ds:schemaRef ds:uri="http://schemas.microsoft.com/office/2006/documentManagement/types"/>
    <ds:schemaRef ds:uri="http://schemas.microsoft.com/office/infopath/2007/PartnerControls"/>
    <ds:schemaRef ds:uri="http://purl.org/dc/terms/"/>
    <ds:schemaRef ds:uri="http://purl.org/dc/dcmitype/"/>
    <ds:schemaRef ds:uri="http://schemas.openxmlformats.org/package/2006/metadata/core-properties"/>
    <ds:schemaRef ds:uri="ff1a04ce-0f6a-4e54-aa68-463e363c0365"/>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Facet</Template>
  <TotalTime>28380</TotalTime>
  <Words>5265</Words>
  <Application>Microsoft Office PowerPoint</Application>
  <PresentationFormat>Widescreen</PresentationFormat>
  <Paragraphs>589</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Trebuchet MS</vt:lpstr>
      <vt:lpstr>Wingdings</vt:lpstr>
      <vt:lpstr>Wingdings 3</vt:lpstr>
      <vt:lpstr>Facet</vt:lpstr>
      <vt:lpstr>Clouducate Enabling Cloud-based IT Hands-on Education</vt:lpstr>
      <vt:lpstr>Clouducate Overview</vt:lpstr>
      <vt:lpstr>AWS Concepts &amp; Glossary</vt:lpstr>
      <vt:lpstr>AWS Concepts &amp; Glossary</vt:lpstr>
      <vt:lpstr>AWS Basic Config</vt:lpstr>
      <vt:lpstr>AWSVPCB DEFAULT Config (vpc0)</vt:lpstr>
      <vt:lpstr>AWSVPCB Default Assignment Diagrams</vt:lpstr>
      <vt:lpstr>AWSVPCB Default Assignment Diagrams</vt:lpstr>
      <vt:lpstr>AWSVPCB SCRIPTS </vt:lpstr>
      <vt:lpstr>AWSVPCB Automation &amp; Credits</vt:lpstr>
      <vt:lpstr>Clouducate Components &amp; Interdependencies</vt:lpstr>
      <vt:lpstr>Sample AWSVPCB Configuration Files</vt:lpstr>
      <vt:lpstr>AWSVPCB Miscellaneous Features/Limitations</vt:lpstr>
      <vt:lpstr>AWSVPCB – How to start quickly #1</vt:lpstr>
      <vt:lpstr>AWSVPCB – How to start quickly #2</vt:lpstr>
      <vt:lpstr>AWSVPCB – How to start quickly #3</vt:lpstr>
      <vt:lpstr>Next Steps for your course</vt:lpstr>
      <vt:lpstr>Appendix  Older features (e.g., VPN, Havoc Circus Windows Service, Cloudwatch Logging) that are still supported, but not actively used</vt:lpstr>
      <vt:lpstr>AWSVPCB Legacy Config (vpc1)</vt:lpstr>
      <vt:lpstr>Legacy Clouducate Components &amp; Interdependencies</vt:lpstr>
      <vt:lpstr>Sample Havoc Circus json Files</vt:lpstr>
      <vt:lpstr>AWSVPCB Logging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CTS-4408 Database Admin Introduction &amp; Installation</dc:title>
  <dc:creator>Norbert Monfort</dc:creator>
  <cp:lastModifiedBy>Norbert Monfort</cp:lastModifiedBy>
  <cp:revision>137</cp:revision>
  <dcterms:created xsi:type="dcterms:W3CDTF">2017-01-02T20:23:16Z</dcterms:created>
  <dcterms:modified xsi:type="dcterms:W3CDTF">2025-12-07T19:10:01Z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0x010100716959F38EA55A4BA90BA73BD8B74083</vt:lpwstr>
  </property>
</Properties>
</file>